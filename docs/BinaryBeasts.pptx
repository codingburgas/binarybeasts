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73" r:id="rId7"/>
  </p:sldIdLst>
  <p:sldSz cx="9144000" cy="5143500" type="screen16x9"/>
  <p:notesSz cx="6858000" cy="9144000"/>
  <p:embeddedFontLst>
    <p:embeddedFont>
      <p:font typeface="Bubblegum Sans" panose="020B0604020202020204" charset="0"/>
      <p:regular r:id="rId9"/>
    </p:embeddedFont>
    <p:embeddedFont>
      <p:font typeface="Lilita One" panose="020B0604020202020204" charset="0"/>
      <p:regular r:id="rId10"/>
    </p:embeddedFont>
    <p:embeddedFont>
      <p:font typeface="Livvic" pitchFamily="2" charset="0"/>
      <p:regular r:id="rId11"/>
      <p:bold r:id="rId12"/>
      <p:italic r:id="rId13"/>
      <p:boldItalic r:id="rId14"/>
    </p:embeddedFont>
    <p:embeddedFont>
      <p:font typeface="Roboto Condensed" panose="02000000000000000000" pitchFamily="2" charset="0"/>
      <p:regular r:id="rId15"/>
      <p:bold r:id="rId16"/>
      <p:italic r:id="rId17"/>
      <p:boldItalic r:id="rId18"/>
    </p:embeddedFont>
    <p:embeddedFont>
      <p:font typeface="Roboto Condensed Light" panose="02000000000000000000" pitchFamily="2" charset="0"/>
      <p:regular r:id="rId19"/>
      <p:italic r:id="rId20"/>
    </p:embeddedFont>
    <p:embeddedFont>
      <p:font typeface="Source Sans Pro" panose="020B0503030403020204" pitchFamily="3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46">
          <p15:clr>
            <a:srgbClr val="FA7B17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C94071-0B3E-4DAC-9ACB-843EDFBC508E}">
  <a:tblStyle styleId="{4EC94071-0B3E-4DAC-9ACB-843EDFBC50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64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9a4175c6c2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9a4175c6c2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9a7db53990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9a7db53990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991decd8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991decd8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991decd8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991decd8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991decd84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991decd84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9a76511d10_0_1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9a76511d10_0_1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56150" y="3178750"/>
            <a:ext cx="6222700" cy="1976875"/>
          </a:xfrm>
          <a:custGeom>
            <a:avLst/>
            <a:gdLst/>
            <a:ahLst/>
            <a:cxnLst/>
            <a:rect l="l" t="t" r="r" b="b"/>
            <a:pathLst>
              <a:path w="248908" h="79075" extrusionOk="0">
                <a:moveTo>
                  <a:pt x="248908" y="79075"/>
                </a:moveTo>
                <a:lnTo>
                  <a:pt x="0" y="79075"/>
                </a:lnTo>
                <a:lnTo>
                  <a:pt x="0" y="49871"/>
                </a:lnTo>
                <a:lnTo>
                  <a:pt x="22913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oogle Shape;10;p2"/>
          <p:cNvSpPr/>
          <p:nvPr/>
        </p:nvSpPr>
        <p:spPr>
          <a:xfrm>
            <a:off x="-211254" y="4076971"/>
            <a:ext cx="5676885" cy="1285283"/>
          </a:xfrm>
          <a:custGeom>
            <a:avLst/>
            <a:gdLst/>
            <a:ahLst/>
            <a:cxnLst/>
            <a:rect l="l" t="t" r="r" b="b"/>
            <a:pathLst>
              <a:path w="45466" h="10294" extrusionOk="0">
                <a:moveTo>
                  <a:pt x="45328" y="0"/>
                </a:moveTo>
                <a:cubicBezTo>
                  <a:pt x="45317" y="0"/>
                  <a:pt x="45307" y="2"/>
                  <a:pt x="45296" y="5"/>
                </a:cubicBezTo>
                <a:lnTo>
                  <a:pt x="121" y="10024"/>
                </a:lnTo>
                <a:cubicBezTo>
                  <a:pt x="41" y="10044"/>
                  <a:pt x="1" y="10113"/>
                  <a:pt x="10" y="10184"/>
                </a:cubicBezTo>
                <a:cubicBezTo>
                  <a:pt x="30" y="10253"/>
                  <a:pt x="81" y="10293"/>
                  <a:pt x="150" y="10293"/>
                </a:cubicBezTo>
                <a:cubicBezTo>
                  <a:pt x="150" y="10293"/>
                  <a:pt x="161" y="10293"/>
                  <a:pt x="170" y="10284"/>
                </a:cubicBezTo>
                <a:lnTo>
                  <a:pt x="45346" y="265"/>
                </a:lnTo>
                <a:cubicBezTo>
                  <a:pt x="45426" y="245"/>
                  <a:pt x="45466" y="174"/>
                  <a:pt x="45456" y="105"/>
                </a:cubicBezTo>
                <a:cubicBezTo>
                  <a:pt x="45439" y="45"/>
                  <a:pt x="45386" y="0"/>
                  <a:pt x="453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361080" y="3280394"/>
            <a:ext cx="6220026" cy="1405146"/>
          </a:xfrm>
          <a:custGeom>
            <a:avLst/>
            <a:gdLst/>
            <a:ahLst/>
            <a:cxnLst/>
            <a:rect l="l" t="t" r="r" b="b"/>
            <a:pathLst>
              <a:path w="49816" h="11254" extrusionOk="0">
                <a:moveTo>
                  <a:pt x="49677" y="1"/>
                </a:moveTo>
                <a:cubicBezTo>
                  <a:pt x="49667" y="1"/>
                  <a:pt x="49656" y="2"/>
                  <a:pt x="49645" y="5"/>
                </a:cubicBezTo>
                <a:lnTo>
                  <a:pt x="111" y="10994"/>
                </a:lnTo>
                <a:cubicBezTo>
                  <a:pt x="41" y="11004"/>
                  <a:pt x="1" y="11084"/>
                  <a:pt x="11" y="11154"/>
                </a:cubicBezTo>
                <a:cubicBezTo>
                  <a:pt x="31" y="11214"/>
                  <a:pt x="81" y="11254"/>
                  <a:pt x="141" y="11254"/>
                </a:cubicBezTo>
                <a:lnTo>
                  <a:pt x="171" y="11254"/>
                </a:lnTo>
                <a:lnTo>
                  <a:pt x="49696" y="265"/>
                </a:lnTo>
                <a:cubicBezTo>
                  <a:pt x="49776" y="245"/>
                  <a:pt x="49816" y="175"/>
                  <a:pt x="49805" y="105"/>
                </a:cubicBezTo>
                <a:cubicBezTo>
                  <a:pt x="49788" y="46"/>
                  <a:pt x="49736" y="1"/>
                  <a:pt x="4967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3852675" y="-44925"/>
            <a:ext cx="5324125" cy="5211800"/>
          </a:xfrm>
          <a:custGeom>
            <a:avLst/>
            <a:gdLst/>
            <a:ahLst/>
            <a:cxnLst/>
            <a:rect l="l" t="t" r="r" b="b"/>
            <a:pathLst>
              <a:path w="212965" h="208472" extrusionOk="0">
                <a:moveTo>
                  <a:pt x="0" y="208472"/>
                </a:moveTo>
                <a:lnTo>
                  <a:pt x="53466" y="0"/>
                </a:lnTo>
                <a:lnTo>
                  <a:pt x="212965" y="0"/>
                </a:lnTo>
                <a:lnTo>
                  <a:pt x="212965" y="20802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4572000" y="902775"/>
            <a:ext cx="3852000" cy="25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highlight>
                  <a:srgbClr val="291F4D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highlight>
                  <a:srgbClr val="291F4D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highlight>
                  <a:srgbClr val="291F4D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highlight>
                  <a:srgbClr val="291F4D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highlight>
                  <a:srgbClr val="291F4D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highlight>
                  <a:srgbClr val="291F4D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highlight>
                  <a:srgbClr val="291F4D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highlight>
                  <a:srgbClr val="291F4D"/>
                </a:highlight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6175800" y="3641925"/>
            <a:ext cx="22482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None/>
              <a:defRPr sz="18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None/>
              <a:defRPr sz="18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None/>
              <a:defRPr sz="18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None/>
              <a:defRPr sz="18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None/>
              <a:defRPr sz="18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None/>
              <a:defRPr sz="18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None/>
              <a:defRPr sz="18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None/>
              <a:defRPr sz="18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713225" y="1338150"/>
            <a:ext cx="7710900" cy="32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ivvic"/>
              <a:buAutoNum type="arabicPeriod"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0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36800" y="1172450"/>
            <a:ext cx="35739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736800" y="2742350"/>
            <a:ext cx="35739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2"/>
          </p:nvPr>
        </p:nvSpPr>
        <p:spPr>
          <a:xfrm>
            <a:off x="4850125" y="546500"/>
            <a:ext cx="3573900" cy="405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720000" y="3998400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 hasCustomPrompt="1"/>
          </p:nvPr>
        </p:nvSpPr>
        <p:spPr>
          <a:xfrm>
            <a:off x="720000" y="2106925"/>
            <a:ext cx="6270300" cy="11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subTitle" idx="1"/>
          </p:nvPr>
        </p:nvSpPr>
        <p:spPr>
          <a:xfrm>
            <a:off x="720000" y="3216575"/>
            <a:ext cx="62703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Lilita One"/>
              <a:buNone/>
              <a:defRPr sz="3200"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Bubblegum Sans"/>
              <a:buNone/>
              <a:defRPr sz="2800">
                <a:latin typeface="Bubblegum Sans"/>
                <a:ea typeface="Bubblegum Sans"/>
                <a:cs typeface="Bubblegum Sans"/>
                <a:sym typeface="Bubblegu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Bubblegum Sans"/>
              <a:buNone/>
              <a:defRPr sz="2800">
                <a:latin typeface="Bubblegum Sans"/>
                <a:ea typeface="Bubblegum Sans"/>
                <a:cs typeface="Bubblegum Sans"/>
                <a:sym typeface="Bubblegu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Bubblegum Sans"/>
              <a:buNone/>
              <a:defRPr sz="2800">
                <a:latin typeface="Bubblegum Sans"/>
                <a:ea typeface="Bubblegum Sans"/>
                <a:cs typeface="Bubblegum Sans"/>
                <a:sym typeface="Bubblegu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Bubblegum Sans"/>
              <a:buNone/>
              <a:defRPr sz="2800">
                <a:latin typeface="Bubblegum Sans"/>
                <a:ea typeface="Bubblegum Sans"/>
                <a:cs typeface="Bubblegum Sans"/>
                <a:sym typeface="Bubblegu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Bubblegum Sans"/>
              <a:buNone/>
              <a:defRPr sz="2800">
                <a:latin typeface="Bubblegum Sans"/>
                <a:ea typeface="Bubblegum Sans"/>
                <a:cs typeface="Bubblegum Sans"/>
                <a:sym typeface="Bubblegu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Bubblegum Sans"/>
              <a:buNone/>
              <a:defRPr sz="2800">
                <a:latin typeface="Bubblegum Sans"/>
                <a:ea typeface="Bubblegum Sans"/>
                <a:cs typeface="Bubblegum Sans"/>
                <a:sym typeface="Bubblegu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Bubblegum Sans"/>
              <a:buNone/>
              <a:defRPr sz="2800">
                <a:latin typeface="Bubblegum Sans"/>
                <a:ea typeface="Bubblegum Sans"/>
                <a:cs typeface="Bubblegum Sans"/>
                <a:sym typeface="Bubblegu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Bubblegum Sans"/>
              <a:buNone/>
              <a:defRPr sz="2800">
                <a:latin typeface="Bubblegum Sans"/>
                <a:ea typeface="Bubblegum Sans"/>
                <a:cs typeface="Bubblegum Sans"/>
                <a:sym typeface="Bubblegum Sans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2" hasCustomPrompt="1"/>
          </p:nvPr>
        </p:nvSpPr>
        <p:spPr>
          <a:xfrm>
            <a:off x="4684650" y="1774700"/>
            <a:ext cx="1503900" cy="10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6244800" y="1807700"/>
            <a:ext cx="21792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Lilita One"/>
              <a:buNone/>
              <a:defRPr sz="2100">
                <a:solidFill>
                  <a:schemeClr val="l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3"/>
          </p:nvPr>
        </p:nvSpPr>
        <p:spPr>
          <a:xfrm>
            <a:off x="6244800" y="2280150"/>
            <a:ext cx="217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4" hasCustomPrompt="1"/>
          </p:nvPr>
        </p:nvSpPr>
        <p:spPr>
          <a:xfrm>
            <a:off x="4684650" y="3308700"/>
            <a:ext cx="1503900" cy="10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5"/>
          </p:nvPr>
        </p:nvSpPr>
        <p:spPr>
          <a:xfrm>
            <a:off x="6244800" y="3364750"/>
            <a:ext cx="21792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Lilita One"/>
              <a:buNone/>
              <a:defRPr sz="2100">
                <a:solidFill>
                  <a:schemeClr val="l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6244800" y="3814150"/>
            <a:ext cx="217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2988600" y="1774700"/>
            <a:ext cx="1503900" cy="10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8" hasCustomPrompt="1"/>
          </p:nvPr>
        </p:nvSpPr>
        <p:spPr>
          <a:xfrm>
            <a:off x="2988600" y="3308700"/>
            <a:ext cx="1503900" cy="10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9"/>
          </p:nvPr>
        </p:nvSpPr>
        <p:spPr>
          <a:xfrm>
            <a:off x="753225" y="1807700"/>
            <a:ext cx="21792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Lilita One"/>
              <a:buNone/>
              <a:defRPr sz="2100">
                <a:solidFill>
                  <a:schemeClr val="l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753225" y="2280150"/>
            <a:ext cx="217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4"/>
          </p:nvPr>
        </p:nvSpPr>
        <p:spPr>
          <a:xfrm>
            <a:off x="753225" y="3364750"/>
            <a:ext cx="21792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Lilita One"/>
              <a:buNone/>
              <a:defRPr sz="2100">
                <a:solidFill>
                  <a:schemeClr val="l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753225" y="3814150"/>
            <a:ext cx="217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cxnSp>
        <p:nvCxnSpPr>
          <p:cNvPr id="68" name="Google Shape;68;p13"/>
          <p:cNvCxnSpPr/>
          <p:nvPr/>
        </p:nvCxnSpPr>
        <p:spPr>
          <a:xfrm>
            <a:off x="741325" y="1460200"/>
            <a:ext cx="76830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69" name="Google Shape;69;p13"/>
          <p:cNvCxnSpPr/>
          <p:nvPr/>
        </p:nvCxnSpPr>
        <p:spPr>
          <a:xfrm>
            <a:off x="4572000" y="1527600"/>
            <a:ext cx="0" cy="30666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bg>
      <p:bgPr>
        <a:solidFill>
          <a:schemeClr val="lt2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4466375" y="844175"/>
            <a:ext cx="3957900" cy="30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4466200" y="4051913"/>
            <a:ext cx="3913500" cy="31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ody 0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1"/>
          </p:nvPr>
        </p:nvSpPr>
        <p:spPr>
          <a:xfrm>
            <a:off x="1903425" y="1773450"/>
            <a:ext cx="5354400" cy="150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cxnSp>
        <p:nvCxnSpPr>
          <p:cNvPr id="94" name="Google Shape;94;p17"/>
          <p:cNvCxnSpPr/>
          <p:nvPr/>
        </p:nvCxnSpPr>
        <p:spPr>
          <a:xfrm>
            <a:off x="741325" y="1460200"/>
            <a:ext cx="76830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ilita One"/>
              <a:buNone/>
              <a:defRPr sz="3200">
                <a:solidFill>
                  <a:schemeClr val="accen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746825"/>
            <a:ext cx="7704000" cy="28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Condensed"/>
              <a:buChar char="●"/>
              <a:defRPr sz="1600">
                <a:solidFill>
                  <a:schemeClr val="accen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Condensed"/>
              <a:buChar char="○"/>
              <a:defRPr sz="1600">
                <a:solidFill>
                  <a:schemeClr val="accen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Condensed"/>
              <a:buChar char="■"/>
              <a:defRPr sz="1600">
                <a:solidFill>
                  <a:schemeClr val="accen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Condensed"/>
              <a:buChar char="●"/>
              <a:defRPr sz="1600">
                <a:solidFill>
                  <a:schemeClr val="accen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Condensed"/>
              <a:buChar char="○"/>
              <a:defRPr sz="1600">
                <a:solidFill>
                  <a:schemeClr val="accen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Condensed"/>
              <a:buChar char="■"/>
              <a:defRPr sz="1600">
                <a:solidFill>
                  <a:schemeClr val="accen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Condensed"/>
              <a:buChar char="●"/>
              <a:defRPr sz="1600">
                <a:solidFill>
                  <a:schemeClr val="accen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Condensed"/>
              <a:buChar char="○"/>
              <a:defRPr sz="1600">
                <a:solidFill>
                  <a:schemeClr val="accen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Condensed"/>
              <a:buChar char="■"/>
              <a:defRPr sz="1600">
                <a:solidFill>
                  <a:schemeClr val="accen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3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 pos="5760">
          <p15:clr>
            <a:srgbClr val="EA4335"/>
          </p15:clr>
        </p15:guide>
        <p15:guide id="3">
          <p15:clr>
            <a:srgbClr val="EA4335"/>
          </p15:clr>
        </p15:guide>
        <p15:guide id="4" pos="449">
          <p15:clr>
            <a:srgbClr val="EA4335"/>
          </p15:clr>
        </p15:guide>
        <p15:guide id="5" pos="5311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>
          <p15:clr>
            <a:srgbClr val="EA4335"/>
          </p15:clr>
        </p15:guide>
        <p15:guide id="8" orient="horz" pos="340">
          <p15:clr>
            <a:srgbClr val="EA4335"/>
          </p15:clr>
        </p15:guide>
        <p15:guide id="9" orient="horz" pos="2903">
          <p15:clr>
            <a:srgbClr val="EA4335"/>
          </p15:clr>
        </p15:guide>
        <p15:guide id="10" orient="horz" pos="324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>
            <a:spLocks noGrp="1"/>
          </p:cNvSpPr>
          <p:nvPr>
            <p:ph type="ctrTitle"/>
          </p:nvPr>
        </p:nvSpPr>
        <p:spPr>
          <a:xfrm>
            <a:off x="4708430" y="1499142"/>
            <a:ext cx="4402109" cy="9908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BinaryBeasts      </a:t>
            </a:r>
            <a:endParaRPr dirty="0"/>
          </a:p>
        </p:txBody>
      </p:sp>
      <p:sp>
        <p:nvSpPr>
          <p:cNvPr id="158" name="Google Shape;158;p27"/>
          <p:cNvSpPr txBox="1">
            <a:spLocks noGrp="1"/>
          </p:cNvSpPr>
          <p:nvPr>
            <p:ph type="subTitle" idx="1"/>
          </p:nvPr>
        </p:nvSpPr>
        <p:spPr>
          <a:xfrm>
            <a:off x="6175800" y="3641925"/>
            <a:ext cx="22482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9" name="Google Shape;159;p27"/>
          <p:cNvGrpSpPr/>
          <p:nvPr/>
        </p:nvGrpSpPr>
        <p:grpSpPr>
          <a:xfrm>
            <a:off x="239419" y="902777"/>
            <a:ext cx="5140714" cy="3533789"/>
            <a:chOff x="205762" y="902775"/>
            <a:chExt cx="4932560" cy="3390701"/>
          </a:xfrm>
        </p:grpSpPr>
        <p:sp>
          <p:nvSpPr>
            <p:cNvPr id="160" name="Google Shape;160;p27"/>
            <p:cNvSpPr/>
            <p:nvPr/>
          </p:nvSpPr>
          <p:spPr>
            <a:xfrm>
              <a:off x="3176943" y="1181202"/>
              <a:ext cx="479587" cy="484447"/>
            </a:xfrm>
            <a:custGeom>
              <a:avLst/>
              <a:gdLst/>
              <a:ahLst/>
              <a:cxnLst/>
              <a:rect l="l" t="t" r="r" b="b"/>
              <a:pathLst>
                <a:path w="3841" h="3880" extrusionOk="0">
                  <a:moveTo>
                    <a:pt x="2530" y="0"/>
                  </a:moveTo>
                  <a:lnTo>
                    <a:pt x="1710" y="560"/>
                  </a:lnTo>
                  <a:lnTo>
                    <a:pt x="1" y="2329"/>
                  </a:lnTo>
                  <a:lnTo>
                    <a:pt x="1530" y="3880"/>
                  </a:lnTo>
                  <a:lnTo>
                    <a:pt x="3840" y="570"/>
                  </a:lnTo>
                  <a:lnTo>
                    <a:pt x="25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3461613" y="1227274"/>
              <a:ext cx="141217" cy="304777"/>
            </a:xfrm>
            <a:custGeom>
              <a:avLst/>
              <a:gdLst/>
              <a:ahLst/>
              <a:cxnLst/>
              <a:rect l="l" t="t" r="r" b="b"/>
              <a:pathLst>
                <a:path w="1131" h="2441" extrusionOk="0">
                  <a:moveTo>
                    <a:pt x="201" y="1"/>
                  </a:moveTo>
                  <a:cubicBezTo>
                    <a:pt x="201" y="1"/>
                    <a:pt x="70" y="1411"/>
                    <a:pt x="1" y="2440"/>
                  </a:cubicBezTo>
                  <a:lnTo>
                    <a:pt x="1130" y="811"/>
                  </a:lnTo>
                  <a:cubicBezTo>
                    <a:pt x="810" y="521"/>
                    <a:pt x="201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3420411" y="933989"/>
              <a:ext cx="417032" cy="553119"/>
            </a:xfrm>
            <a:custGeom>
              <a:avLst/>
              <a:gdLst/>
              <a:ahLst/>
              <a:cxnLst/>
              <a:rect l="l" t="t" r="r" b="b"/>
              <a:pathLst>
                <a:path w="3340" h="4430" extrusionOk="0">
                  <a:moveTo>
                    <a:pt x="1406" y="0"/>
                  </a:moveTo>
                  <a:cubicBezTo>
                    <a:pt x="1401" y="0"/>
                    <a:pt x="1396" y="0"/>
                    <a:pt x="1391" y="0"/>
                  </a:cubicBezTo>
                  <a:cubicBezTo>
                    <a:pt x="891" y="30"/>
                    <a:pt x="271" y="360"/>
                    <a:pt x="140" y="890"/>
                  </a:cubicBezTo>
                  <a:cubicBezTo>
                    <a:pt x="0" y="1440"/>
                    <a:pt x="611" y="2600"/>
                    <a:pt x="611" y="2600"/>
                  </a:cubicBezTo>
                  <a:lnTo>
                    <a:pt x="620" y="3409"/>
                  </a:lnTo>
                  <a:lnTo>
                    <a:pt x="1840" y="4360"/>
                  </a:lnTo>
                  <a:lnTo>
                    <a:pt x="2490" y="4429"/>
                  </a:lnTo>
                  <a:lnTo>
                    <a:pt x="3080" y="3020"/>
                  </a:lnTo>
                  <a:lnTo>
                    <a:pt x="3340" y="3060"/>
                  </a:lnTo>
                  <a:lnTo>
                    <a:pt x="3140" y="2120"/>
                  </a:lnTo>
                  <a:lnTo>
                    <a:pt x="3120" y="1350"/>
                  </a:lnTo>
                  <a:cubicBezTo>
                    <a:pt x="3120" y="1350"/>
                    <a:pt x="2135" y="0"/>
                    <a:pt x="14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3309290" y="902775"/>
              <a:ext cx="509304" cy="192281"/>
            </a:xfrm>
            <a:custGeom>
              <a:avLst/>
              <a:gdLst/>
              <a:ahLst/>
              <a:cxnLst/>
              <a:rect l="l" t="t" r="r" b="b"/>
              <a:pathLst>
                <a:path w="4079" h="1540" extrusionOk="0">
                  <a:moveTo>
                    <a:pt x="1731" y="0"/>
                  </a:moveTo>
                  <a:cubicBezTo>
                    <a:pt x="840" y="0"/>
                    <a:pt x="21" y="160"/>
                    <a:pt x="21" y="160"/>
                  </a:cubicBezTo>
                  <a:cubicBezTo>
                    <a:pt x="21" y="160"/>
                    <a:pt x="1" y="930"/>
                    <a:pt x="350" y="1150"/>
                  </a:cubicBezTo>
                  <a:cubicBezTo>
                    <a:pt x="701" y="1370"/>
                    <a:pt x="921" y="1210"/>
                    <a:pt x="961" y="1540"/>
                  </a:cubicBezTo>
                  <a:lnTo>
                    <a:pt x="3950" y="1380"/>
                  </a:lnTo>
                  <a:cubicBezTo>
                    <a:pt x="4078" y="251"/>
                    <a:pt x="2848" y="0"/>
                    <a:pt x="17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3390446" y="1112407"/>
              <a:ext cx="218630" cy="138717"/>
            </a:xfrm>
            <a:custGeom>
              <a:avLst/>
              <a:gdLst/>
              <a:ahLst/>
              <a:cxnLst/>
              <a:rect l="l" t="t" r="r" b="b"/>
              <a:pathLst>
                <a:path w="1751" h="1111" extrusionOk="0">
                  <a:moveTo>
                    <a:pt x="1751" y="1"/>
                  </a:moveTo>
                  <a:lnTo>
                    <a:pt x="331" y="511"/>
                  </a:lnTo>
                  <a:lnTo>
                    <a:pt x="0" y="1111"/>
                  </a:lnTo>
                  <a:lnTo>
                    <a:pt x="0" y="1111"/>
                  </a:lnTo>
                  <a:lnTo>
                    <a:pt x="771" y="851"/>
                  </a:lnTo>
                  <a:lnTo>
                    <a:pt x="1000" y="991"/>
                  </a:lnTo>
                  <a:lnTo>
                    <a:pt x="1511" y="1001"/>
                  </a:lnTo>
                  <a:lnTo>
                    <a:pt x="17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3426654" y="1069956"/>
              <a:ext cx="393309" cy="106379"/>
            </a:xfrm>
            <a:custGeom>
              <a:avLst/>
              <a:gdLst/>
              <a:ahLst/>
              <a:cxnLst/>
              <a:rect l="l" t="t" r="r" b="b"/>
              <a:pathLst>
                <a:path w="3150" h="852" extrusionOk="0">
                  <a:moveTo>
                    <a:pt x="3110" y="1"/>
                  </a:moveTo>
                  <a:lnTo>
                    <a:pt x="1" y="181"/>
                  </a:lnTo>
                  <a:lnTo>
                    <a:pt x="41" y="851"/>
                  </a:lnTo>
                  <a:lnTo>
                    <a:pt x="3150" y="671"/>
                  </a:lnTo>
                  <a:lnTo>
                    <a:pt x="31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3457618" y="1142372"/>
              <a:ext cx="97266" cy="132224"/>
            </a:xfrm>
            <a:custGeom>
              <a:avLst/>
              <a:gdLst/>
              <a:ahLst/>
              <a:cxnLst/>
              <a:rect l="l" t="t" r="r" b="b"/>
              <a:pathLst>
                <a:path w="779" h="1059" extrusionOk="0">
                  <a:moveTo>
                    <a:pt x="326" y="0"/>
                  </a:moveTo>
                  <a:cubicBezTo>
                    <a:pt x="143" y="0"/>
                    <a:pt x="1" y="396"/>
                    <a:pt x="102" y="681"/>
                  </a:cubicBezTo>
                  <a:cubicBezTo>
                    <a:pt x="194" y="932"/>
                    <a:pt x="352" y="1059"/>
                    <a:pt x="480" y="1059"/>
                  </a:cubicBezTo>
                  <a:cubicBezTo>
                    <a:pt x="657" y="1059"/>
                    <a:pt x="779" y="815"/>
                    <a:pt x="593" y="321"/>
                  </a:cubicBezTo>
                  <a:cubicBezTo>
                    <a:pt x="509" y="89"/>
                    <a:pt x="413" y="0"/>
                    <a:pt x="3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3261845" y="1511944"/>
              <a:ext cx="970162" cy="683595"/>
            </a:xfrm>
            <a:custGeom>
              <a:avLst/>
              <a:gdLst/>
              <a:ahLst/>
              <a:cxnLst/>
              <a:rect l="l" t="t" r="r" b="b"/>
              <a:pathLst>
                <a:path w="7770" h="5475" extrusionOk="0">
                  <a:moveTo>
                    <a:pt x="7080" y="0"/>
                  </a:moveTo>
                  <a:cubicBezTo>
                    <a:pt x="7080" y="0"/>
                    <a:pt x="5790" y="2120"/>
                    <a:pt x="4670" y="3610"/>
                  </a:cubicBezTo>
                  <a:cubicBezTo>
                    <a:pt x="4070" y="2940"/>
                    <a:pt x="1461" y="120"/>
                    <a:pt x="1461" y="120"/>
                  </a:cubicBezTo>
                  <a:lnTo>
                    <a:pt x="1" y="1111"/>
                  </a:lnTo>
                  <a:cubicBezTo>
                    <a:pt x="764" y="2177"/>
                    <a:pt x="4171" y="5475"/>
                    <a:pt x="4906" y="5475"/>
                  </a:cubicBezTo>
                  <a:cubicBezTo>
                    <a:pt x="4922" y="5475"/>
                    <a:pt x="4936" y="5473"/>
                    <a:pt x="4950" y="5470"/>
                  </a:cubicBezTo>
                  <a:cubicBezTo>
                    <a:pt x="6020" y="5200"/>
                    <a:pt x="7770" y="300"/>
                    <a:pt x="7770" y="300"/>
                  </a:cubicBezTo>
                  <a:lnTo>
                    <a:pt x="70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7"/>
            <p:cNvSpPr/>
            <p:nvPr/>
          </p:nvSpPr>
          <p:spPr>
            <a:xfrm>
              <a:off x="4044563" y="1331154"/>
              <a:ext cx="271071" cy="269567"/>
            </a:xfrm>
            <a:custGeom>
              <a:avLst/>
              <a:gdLst/>
              <a:ahLst/>
              <a:cxnLst/>
              <a:rect l="l" t="t" r="r" b="b"/>
              <a:pathLst>
                <a:path w="2171" h="2159" extrusionOk="0">
                  <a:moveTo>
                    <a:pt x="915" y="1"/>
                  </a:moveTo>
                  <a:cubicBezTo>
                    <a:pt x="794" y="1"/>
                    <a:pt x="697" y="14"/>
                    <a:pt x="651" y="39"/>
                  </a:cubicBezTo>
                  <a:cubicBezTo>
                    <a:pt x="541" y="99"/>
                    <a:pt x="511" y="508"/>
                    <a:pt x="511" y="508"/>
                  </a:cubicBezTo>
                  <a:cubicBezTo>
                    <a:pt x="511" y="508"/>
                    <a:pt x="1" y="688"/>
                    <a:pt x="201" y="1279"/>
                  </a:cubicBezTo>
                  <a:cubicBezTo>
                    <a:pt x="371" y="1759"/>
                    <a:pt x="941" y="2159"/>
                    <a:pt x="941" y="2159"/>
                  </a:cubicBezTo>
                  <a:lnTo>
                    <a:pt x="1451" y="1868"/>
                  </a:lnTo>
                  <a:cubicBezTo>
                    <a:pt x="1451" y="1868"/>
                    <a:pt x="2171" y="648"/>
                    <a:pt x="1921" y="328"/>
                  </a:cubicBezTo>
                  <a:cubicBezTo>
                    <a:pt x="1732" y="96"/>
                    <a:pt x="1236" y="1"/>
                    <a:pt x="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7"/>
            <p:cNvSpPr/>
            <p:nvPr/>
          </p:nvSpPr>
          <p:spPr>
            <a:xfrm>
              <a:off x="1977334" y="2661736"/>
              <a:ext cx="747911" cy="662244"/>
            </a:xfrm>
            <a:custGeom>
              <a:avLst/>
              <a:gdLst/>
              <a:ahLst/>
              <a:cxnLst/>
              <a:rect l="l" t="t" r="r" b="b"/>
              <a:pathLst>
                <a:path w="5990" h="5304" extrusionOk="0">
                  <a:moveTo>
                    <a:pt x="5989" y="1"/>
                  </a:moveTo>
                  <a:lnTo>
                    <a:pt x="2399" y="790"/>
                  </a:lnTo>
                  <a:cubicBezTo>
                    <a:pt x="1830" y="1590"/>
                    <a:pt x="250" y="3690"/>
                    <a:pt x="250" y="3690"/>
                  </a:cubicBezTo>
                  <a:cubicBezTo>
                    <a:pt x="250" y="3690"/>
                    <a:pt x="1" y="5304"/>
                    <a:pt x="846" y="5304"/>
                  </a:cubicBezTo>
                  <a:cubicBezTo>
                    <a:pt x="1085" y="5304"/>
                    <a:pt x="1413" y="5174"/>
                    <a:pt x="1859" y="4840"/>
                  </a:cubicBezTo>
                  <a:cubicBezTo>
                    <a:pt x="2399" y="4440"/>
                    <a:pt x="5989" y="1"/>
                    <a:pt x="59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7"/>
            <p:cNvSpPr/>
            <p:nvPr/>
          </p:nvSpPr>
          <p:spPr>
            <a:xfrm>
              <a:off x="2223174" y="2312266"/>
              <a:ext cx="681860" cy="691711"/>
            </a:xfrm>
            <a:custGeom>
              <a:avLst/>
              <a:gdLst/>
              <a:ahLst/>
              <a:cxnLst/>
              <a:rect l="l" t="t" r="r" b="b"/>
              <a:pathLst>
                <a:path w="5461" h="5540" extrusionOk="0">
                  <a:moveTo>
                    <a:pt x="2550" y="0"/>
                  </a:moveTo>
                  <a:cubicBezTo>
                    <a:pt x="1261" y="1440"/>
                    <a:pt x="1" y="3880"/>
                    <a:pt x="1" y="3880"/>
                  </a:cubicBezTo>
                  <a:lnTo>
                    <a:pt x="2101" y="5539"/>
                  </a:lnTo>
                  <a:lnTo>
                    <a:pt x="4330" y="3180"/>
                  </a:lnTo>
                  <a:lnTo>
                    <a:pt x="5460" y="1640"/>
                  </a:lnTo>
                  <a:lnTo>
                    <a:pt x="25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7"/>
            <p:cNvSpPr/>
            <p:nvPr/>
          </p:nvSpPr>
          <p:spPr>
            <a:xfrm>
              <a:off x="2957323" y="2573089"/>
              <a:ext cx="1588094" cy="1394658"/>
            </a:xfrm>
            <a:custGeom>
              <a:avLst/>
              <a:gdLst/>
              <a:ahLst/>
              <a:cxnLst/>
              <a:rect l="l" t="t" r="r" b="b"/>
              <a:pathLst>
                <a:path w="12719" h="11170" extrusionOk="0">
                  <a:moveTo>
                    <a:pt x="0" y="0"/>
                  </a:moveTo>
                  <a:lnTo>
                    <a:pt x="1410" y="3390"/>
                  </a:lnTo>
                  <a:cubicBezTo>
                    <a:pt x="2289" y="3820"/>
                    <a:pt x="4640" y="4990"/>
                    <a:pt x="4640" y="4990"/>
                  </a:cubicBezTo>
                  <a:cubicBezTo>
                    <a:pt x="4640" y="4990"/>
                    <a:pt x="8789" y="9850"/>
                    <a:pt x="11828" y="11170"/>
                  </a:cubicBezTo>
                  <a:cubicBezTo>
                    <a:pt x="12088" y="11059"/>
                    <a:pt x="12459" y="10939"/>
                    <a:pt x="12719" y="10830"/>
                  </a:cubicBezTo>
                  <a:cubicBezTo>
                    <a:pt x="10879" y="9110"/>
                    <a:pt x="7329" y="4930"/>
                    <a:pt x="5489" y="3211"/>
                  </a:cubicBezTo>
                  <a:cubicBezTo>
                    <a:pt x="5000" y="275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7"/>
            <p:cNvSpPr/>
            <p:nvPr/>
          </p:nvSpPr>
          <p:spPr>
            <a:xfrm>
              <a:off x="2421694" y="2312266"/>
              <a:ext cx="897743" cy="731665"/>
            </a:xfrm>
            <a:custGeom>
              <a:avLst/>
              <a:gdLst/>
              <a:ahLst/>
              <a:cxnLst/>
              <a:rect l="l" t="t" r="r" b="b"/>
              <a:pathLst>
                <a:path w="7190" h="5860" extrusionOk="0">
                  <a:moveTo>
                    <a:pt x="970" y="0"/>
                  </a:moveTo>
                  <a:cubicBezTo>
                    <a:pt x="970" y="0"/>
                    <a:pt x="0" y="1340"/>
                    <a:pt x="590" y="2569"/>
                  </a:cubicBezTo>
                  <a:cubicBezTo>
                    <a:pt x="1310" y="4040"/>
                    <a:pt x="5930" y="5859"/>
                    <a:pt x="5930" y="5859"/>
                  </a:cubicBezTo>
                  <a:lnTo>
                    <a:pt x="7190" y="3500"/>
                  </a:lnTo>
                  <a:lnTo>
                    <a:pt x="4470" y="1720"/>
                  </a:lnTo>
                  <a:lnTo>
                    <a:pt x="9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7"/>
            <p:cNvSpPr/>
            <p:nvPr/>
          </p:nvSpPr>
          <p:spPr>
            <a:xfrm>
              <a:off x="2637693" y="2358088"/>
              <a:ext cx="618057" cy="536013"/>
            </a:xfrm>
            <a:custGeom>
              <a:avLst/>
              <a:gdLst/>
              <a:ahLst/>
              <a:cxnLst/>
              <a:rect l="l" t="t" r="r" b="b"/>
              <a:pathLst>
                <a:path w="4950" h="4293" extrusionOk="0">
                  <a:moveTo>
                    <a:pt x="125" y="1"/>
                  </a:moveTo>
                  <a:cubicBezTo>
                    <a:pt x="93" y="1"/>
                    <a:pt x="69" y="28"/>
                    <a:pt x="60" y="63"/>
                  </a:cubicBezTo>
                  <a:cubicBezTo>
                    <a:pt x="0" y="503"/>
                    <a:pt x="60" y="913"/>
                    <a:pt x="240" y="1273"/>
                  </a:cubicBezTo>
                  <a:cubicBezTo>
                    <a:pt x="770" y="2373"/>
                    <a:pt x="3360" y="3633"/>
                    <a:pt x="4849" y="4282"/>
                  </a:cubicBezTo>
                  <a:cubicBezTo>
                    <a:pt x="4860" y="4293"/>
                    <a:pt x="4869" y="4293"/>
                    <a:pt x="4880" y="4293"/>
                  </a:cubicBezTo>
                  <a:cubicBezTo>
                    <a:pt x="4900" y="4293"/>
                    <a:pt x="4929" y="4273"/>
                    <a:pt x="4940" y="4253"/>
                  </a:cubicBezTo>
                  <a:cubicBezTo>
                    <a:pt x="4949" y="4213"/>
                    <a:pt x="4940" y="4173"/>
                    <a:pt x="4909" y="4162"/>
                  </a:cubicBezTo>
                  <a:cubicBezTo>
                    <a:pt x="3720" y="3642"/>
                    <a:pt x="890" y="2313"/>
                    <a:pt x="360" y="1213"/>
                  </a:cubicBezTo>
                  <a:cubicBezTo>
                    <a:pt x="190" y="873"/>
                    <a:pt x="140" y="493"/>
                    <a:pt x="190" y="73"/>
                  </a:cubicBezTo>
                  <a:cubicBezTo>
                    <a:pt x="200" y="43"/>
                    <a:pt x="170" y="3"/>
                    <a:pt x="140" y="3"/>
                  </a:cubicBezTo>
                  <a:cubicBezTo>
                    <a:pt x="135" y="1"/>
                    <a:pt x="130" y="1"/>
                    <a:pt x="1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7"/>
            <p:cNvSpPr/>
            <p:nvPr/>
          </p:nvSpPr>
          <p:spPr>
            <a:xfrm>
              <a:off x="892342" y="2645505"/>
              <a:ext cx="1262834" cy="678226"/>
            </a:xfrm>
            <a:custGeom>
              <a:avLst/>
              <a:gdLst/>
              <a:ahLst/>
              <a:cxnLst/>
              <a:rect l="l" t="t" r="r" b="b"/>
              <a:pathLst>
                <a:path w="10114" h="5432" extrusionOk="0">
                  <a:moveTo>
                    <a:pt x="730" y="0"/>
                  </a:moveTo>
                  <a:cubicBezTo>
                    <a:pt x="521" y="191"/>
                    <a:pt x="210" y="420"/>
                    <a:pt x="1" y="620"/>
                  </a:cubicBezTo>
                  <a:cubicBezTo>
                    <a:pt x="2310" y="1631"/>
                    <a:pt x="7840" y="5300"/>
                    <a:pt x="9460" y="5430"/>
                  </a:cubicBezTo>
                  <a:cubicBezTo>
                    <a:pt x="9470" y="5431"/>
                    <a:pt x="9479" y="5432"/>
                    <a:pt x="9488" y="5432"/>
                  </a:cubicBezTo>
                  <a:cubicBezTo>
                    <a:pt x="10113" y="5432"/>
                    <a:pt x="9560" y="3440"/>
                    <a:pt x="9560" y="3440"/>
                  </a:cubicBezTo>
                  <a:cubicBezTo>
                    <a:pt x="9560" y="3440"/>
                    <a:pt x="4030" y="231"/>
                    <a:pt x="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4163300" y="3627991"/>
              <a:ext cx="375829" cy="367206"/>
            </a:xfrm>
            <a:custGeom>
              <a:avLst/>
              <a:gdLst/>
              <a:ahLst/>
              <a:cxnLst/>
              <a:rect l="l" t="t" r="r" b="b"/>
              <a:pathLst>
                <a:path w="3010" h="2941" extrusionOk="0">
                  <a:moveTo>
                    <a:pt x="970" y="1"/>
                  </a:moveTo>
                  <a:lnTo>
                    <a:pt x="0" y="1541"/>
                  </a:lnTo>
                  <a:lnTo>
                    <a:pt x="1800" y="2941"/>
                  </a:lnTo>
                  <a:lnTo>
                    <a:pt x="3009" y="2401"/>
                  </a:lnTo>
                  <a:lnTo>
                    <a:pt x="9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4442851" y="3843991"/>
              <a:ext cx="193658" cy="151202"/>
            </a:xfrm>
            <a:custGeom>
              <a:avLst/>
              <a:gdLst/>
              <a:ahLst/>
              <a:cxnLst/>
              <a:rect l="l" t="t" r="r" b="b"/>
              <a:pathLst>
                <a:path w="1551" h="1211" extrusionOk="0">
                  <a:moveTo>
                    <a:pt x="470" y="0"/>
                  </a:moveTo>
                  <a:cubicBezTo>
                    <a:pt x="190" y="340"/>
                    <a:pt x="21" y="771"/>
                    <a:pt x="1" y="1211"/>
                  </a:cubicBezTo>
                  <a:lnTo>
                    <a:pt x="1550" y="851"/>
                  </a:lnTo>
                  <a:cubicBezTo>
                    <a:pt x="1261" y="480"/>
                    <a:pt x="901" y="211"/>
                    <a:pt x="4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4321741" y="3917656"/>
              <a:ext cx="679238" cy="278557"/>
            </a:xfrm>
            <a:custGeom>
              <a:avLst/>
              <a:gdLst/>
              <a:ahLst/>
              <a:cxnLst/>
              <a:rect l="l" t="t" r="r" b="b"/>
              <a:pathLst>
                <a:path w="5440" h="2231" extrusionOk="0">
                  <a:moveTo>
                    <a:pt x="3891" y="1"/>
                  </a:moveTo>
                  <a:cubicBezTo>
                    <a:pt x="3071" y="10"/>
                    <a:pt x="2280" y="110"/>
                    <a:pt x="1480" y="310"/>
                  </a:cubicBezTo>
                  <a:lnTo>
                    <a:pt x="1" y="210"/>
                  </a:lnTo>
                  <a:lnTo>
                    <a:pt x="891" y="2230"/>
                  </a:lnTo>
                  <a:cubicBezTo>
                    <a:pt x="2351" y="1850"/>
                    <a:pt x="3791" y="1390"/>
                    <a:pt x="5210" y="841"/>
                  </a:cubicBezTo>
                  <a:cubicBezTo>
                    <a:pt x="5280" y="661"/>
                    <a:pt x="5360" y="461"/>
                    <a:pt x="5410" y="270"/>
                  </a:cubicBezTo>
                  <a:cubicBezTo>
                    <a:pt x="5440" y="141"/>
                    <a:pt x="5400" y="101"/>
                    <a:pt x="5310" y="90"/>
                  </a:cubicBezTo>
                  <a:cubicBezTo>
                    <a:pt x="5250" y="81"/>
                    <a:pt x="5180" y="81"/>
                    <a:pt x="5090" y="70"/>
                  </a:cubicBezTo>
                  <a:cubicBezTo>
                    <a:pt x="4690" y="21"/>
                    <a:pt x="4290" y="1"/>
                    <a:pt x="38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7"/>
            <p:cNvSpPr/>
            <p:nvPr/>
          </p:nvSpPr>
          <p:spPr>
            <a:xfrm>
              <a:off x="4422874" y="3926271"/>
              <a:ext cx="715448" cy="367206"/>
            </a:xfrm>
            <a:custGeom>
              <a:avLst/>
              <a:gdLst/>
              <a:ahLst/>
              <a:cxnLst/>
              <a:rect l="l" t="t" r="r" b="b"/>
              <a:pathLst>
                <a:path w="5730" h="2941" extrusionOk="0">
                  <a:moveTo>
                    <a:pt x="4545" y="0"/>
                  </a:moveTo>
                  <a:cubicBezTo>
                    <a:pt x="4542" y="0"/>
                    <a:pt x="4541" y="1"/>
                    <a:pt x="4540" y="1"/>
                  </a:cubicBezTo>
                  <a:lnTo>
                    <a:pt x="4540" y="12"/>
                  </a:lnTo>
                  <a:cubicBezTo>
                    <a:pt x="4470" y="241"/>
                    <a:pt x="4410" y="401"/>
                    <a:pt x="4330" y="632"/>
                  </a:cubicBezTo>
                  <a:cubicBezTo>
                    <a:pt x="2930" y="1161"/>
                    <a:pt x="1490" y="1632"/>
                    <a:pt x="30" y="2011"/>
                  </a:cubicBezTo>
                  <a:cubicBezTo>
                    <a:pt x="21" y="2011"/>
                    <a:pt x="10" y="2021"/>
                    <a:pt x="1" y="2031"/>
                  </a:cubicBezTo>
                  <a:lnTo>
                    <a:pt x="1" y="2071"/>
                  </a:lnTo>
                  <a:lnTo>
                    <a:pt x="301" y="2911"/>
                  </a:lnTo>
                  <a:cubicBezTo>
                    <a:pt x="310" y="2921"/>
                    <a:pt x="321" y="2931"/>
                    <a:pt x="330" y="2931"/>
                  </a:cubicBezTo>
                  <a:cubicBezTo>
                    <a:pt x="330" y="2941"/>
                    <a:pt x="341" y="2941"/>
                    <a:pt x="341" y="2941"/>
                  </a:cubicBezTo>
                  <a:cubicBezTo>
                    <a:pt x="350" y="2941"/>
                    <a:pt x="361" y="2941"/>
                    <a:pt x="361" y="2931"/>
                  </a:cubicBezTo>
                  <a:cubicBezTo>
                    <a:pt x="381" y="2931"/>
                    <a:pt x="1701" y="2381"/>
                    <a:pt x="3021" y="1812"/>
                  </a:cubicBezTo>
                  <a:cubicBezTo>
                    <a:pt x="5700" y="641"/>
                    <a:pt x="5720" y="512"/>
                    <a:pt x="5730" y="441"/>
                  </a:cubicBezTo>
                  <a:cubicBezTo>
                    <a:pt x="5730" y="421"/>
                    <a:pt x="5720" y="401"/>
                    <a:pt x="5700" y="381"/>
                  </a:cubicBezTo>
                  <a:cubicBezTo>
                    <a:pt x="5527" y="246"/>
                    <a:pt x="4620" y="0"/>
                    <a:pt x="45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7"/>
            <p:cNvSpPr/>
            <p:nvPr/>
          </p:nvSpPr>
          <p:spPr>
            <a:xfrm>
              <a:off x="4717533" y="3913910"/>
              <a:ext cx="21351" cy="101259"/>
            </a:xfrm>
            <a:custGeom>
              <a:avLst/>
              <a:gdLst/>
              <a:ahLst/>
              <a:cxnLst/>
              <a:rect l="l" t="t" r="r" b="b"/>
              <a:pathLst>
                <a:path w="171" h="811" extrusionOk="0">
                  <a:moveTo>
                    <a:pt x="61" y="0"/>
                  </a:moveTo>
                  <a:cubicBezTo>
                    <a:pt x="21" y="11"/>
                    <a:pt x="1" y="40"/>
                    <a:pt x="1" y="71"/>
                  </a:cubicBezTo>
                  <a:lnTo>
                    <a:pt x="30" y="740"/>
                  </a:lnTo>
                  <a:cubicBezTo>
                    <a:pt x="30" y="780"/>
                    <a:pt x="61" y="811"/>
                    <a:pt x="101" y="811"/>
                  </a:cubicBezTo>
                  <a:cubicBezTo>
                    <a:pt x="141" y="811"/>
                    <a:pt x="170" y="771"/>
                    <a:pt x="170" y="740"/>
                  </a:cubicBezTo>
                  <a:lnTo>
                    <a:pt x="130" y="71"/>
                  </a:lnTo>
                  <a:cubicBezTo>
                    <a:pt x="130" y="31"/>
                    <a:pt x="101" y="0"/>
                    <a:pt x="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7"/>
            <p:cNvSpPr/>
            <p:nvPr/>
          </p:nvSpPr>
          <p:spPr>
            <a:xfrm>
              <a:off x="4754989" y="3911413"/>
              <a:ext cx="21351" cy="101259"/>
            </a:xfrm>
            <a:custGeom>
              <a:avLst/>
              <a:gdLst/>
              <a:ahLst/>
              <a:cxnLst/>
              <a:rect l="l" t="t" r="r" b="b"/>
              <a:pathLst>
                <a:path w="171" h="811" extrusionOk="0">
                  <a:moveTo>
                    <a:pt x="61" y="0"/>
                  </a:moveTo>
                  <a:cubicBezTo>
                    <a:pt x="30" y="0"/>
                    <a:pt x="1" y="40"/>
                    <a:pt x="1" y="71"/>
                  </a:cubicBezTo>
                  <a:lnTo>
                    <a:pt x="41" y="751"/>
                  </a:lnTo>
                  <a:cubicBezTo>
                    <a:pt x="41" y="791"/>
                    <a:pt x="70" y="811"/>
                    <a:pt x="110" y="811"/>
                  </a:cubicBezTo>
                  <a:cubicBezTo>
                    <a:pt x="141" y="811"/>
                    <a:pt x="170" y="780"/>
                    <a:pt x="170" y="740"/>
                  </a:cubicBezTo>
                  <a:lnTo>
                    <a:pt x="141" y="71"/>
                  </a:lnTo>
                  <a:cubicBezTo>
                    <a:pt x="130" y="31"/>
                    <a:pt x="101" y="0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7"/>
            <p:cNvSpPr/>
            <p:nvPr/>
          </p:nvSpPr>
          <p:spPr>
            <a:xfrm>
              <a:off x="4678828" y="3917656"/>
              <a:ext cx="21351" cy="98762"/>
            </a:xfrm>
            <a:custGeom>
              <a:avLst/>
              <a:gdLst/>
              <a:ahLst/>
              <a:cxnLst/>
              <a:rect l="l" t="t" r="r" b="b"/>
              <a:pathLst>
                <a:path w="171" h="791" extrusionOk="0">
                  <a:moveTo>
                    <a:pt x="60" y="1"/>
                  </a:moveTo>
                  <a:cubicBezTo>
                    <a:pt x="31" y="10"/>
                    <a:pt x="0" y="41"/>
                    <a:pt x="11" y="70"/>
                  </a:cubicBezTo>
                  <a:lnTo>
                    <a:pt x="40" y="730"/>
                  </a:lnTo>
                  <a:cubicBezTo>
                    <a:pt x="40" y="770"/>
                    <a:pt x="71" y="790"/>
                    <a:pt x="111" y="790"/>
                  </a:cubicBezTo>
                  <a:cubicBezTo>
                    <a:pt x="151" y="790"/>
                    <a:pt x="171" y="761"/>
                    <a:pt x="171" y="721"/>
                  </a:cubicBezTo>
                  <a:lnTo>
                    <a:pt x="140" y="70"/>
                  </a:lnTo>
                  <a:cubicBezTo>
                    <a:pt x="140" y="30"/>
                    <a:pt x="100" y="1"/>
                    <a:pt x="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7"/>
            <p:cNvSpPr/>
            <p:nvPr/>
          </p:nvSpPr>
          <p:spPr>
            <a:xfrm>
              <a:off x="4641371" y="3922650"/>
              <a:ext cx="21351" cy="96265"/>
            </a:xfrm>
            <a:custGeom>
              <a:avLst/>
              <a:gdLst/>
              <a:ahLst/>
              <a:cxnLst/>
              <a:rect l="l" t="t" r="r" b="b"/>
              <a:pathLst>
                <a:path w="171" h="771" extrusionOk="0">
                  <a:moveTo>
                    <a:pt x="60" y="1"/>
                  </a:moveTo>
                  <a:cubicBezTo>
                    <a:pt x="31" y="10"/>
                    <a:pt x="0" y="41"/>
                    <a:pt x="0" y="70"/>
                  </a:cubicBezTo>
                  <a:lnTo>
                    <a:pt x="31" y="701"/>
                  </a:lnTo>
                  <a:cubicBezTo>
                    <a:pt x="40" y="741"/>
                    <a:pt x="71" y="770"/>
                    <a:pt x="100" y="770"/>
                  </a:cubicBezTo>
                  <a:lnTo>
                    <a:pt x="111" y="770"/>
                  </a:lnTo>
                  <a:cubicBezTo>
                    <a:pt x="140" y="770"/>
                    <a:pt x="171" y="730"/>
                    <a:pt x="171" y="701"/>
                  </a:cubicBezTo>
                  <a:lnTo>
                    <a:pt x="140" y="70"/>
                  </a:lnTo>
                  <a:cubicBezTo>
                    <a:pt x="140" y="30"/>
                    <a:pt x="100" y="1"/>
                    <a:pt x="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7"/>
            <p:cNvSpPr/>
            <p:nvPr/>
          </p:nvSpPr>
          <p:spPr>
            <a:xfrm>
              <a:off x="4191892" y="3674188"/>
              <a:ext cx="142465" cy="178671"/>
            </a:xfrm>
            <a:custGeom>
              <a:avLst/>
              <a:gdLst/>
              <a:ahLst/>
              <a:cxnLst/>
              <a:rect l="l" t="t" r="r" b="b"/>
              <a:pathLst>
                <a:path w="1141" h="1431" extrusionOk="0">
                  <a:moveTo>
                    <a:pt x="1031" y="1"/>
                  </a:moveTo>
                  <a:lnTo>
                    <a:pt x="1" y="1351"/>
                  </a:lnTo>
                  <a:lnTo>
                    <a:pt x="111" y="1431"/>
                  </a:lnTo>
                  <a:lnTo>
                    <a:pt x="1141" y="81"/>
                  </a:lnTo>
                  <a:lnTo>
                    <a:pt x="10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7"/>
            <p:cNvSpPr/>
            <p:nvPr/>
          </p:nvSpPr>
          <p:spPr>
            <a:xfrm>
              <a:off x="794955" y="2556858"/>
              <a:ext cx="389688" cy="312269"/>
            </a:xfrm>
            <a:custGeom>
              <a:avLst/>
              <a:gdLst/>
              <a:ahLst/>
              <a:cxnLst/>
              <a:rect l="l" t="t" r="r" b="b"/>
              <a:pathLst>
                <a:path w="3121" h="2501" extrusionOk="0">
                  <a:moveTo>
                    <a:pt x="961" y="1"/>
                  </a:moveTo>
                  <a:lnTo>
                    <a:pt x="1" y="901"/>
                  </a:lnTo>
                  <a:lnTo>
                    <a:pt x="2721" y="2501"/>
                  </a:lnTo>
                  <a:lnTo>
                    <a:pt x="3121" y="721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693822" y="2574338"/>
              <a:ext cx="184918" cy="162440"/>
            </a:xfrm>
            <a:custGeom>
              <a:avLst/>
              <a:gdLst/>
              <a:ahLst/>
              <a:cxnLst/>
              <a:rect l="l" t="t" r="r" b="b"/>
              <a:pathLst>
                <a:path w="1481" h="1301" extrusionOk="0">
                  <a:moveTo>
                    <a:pt x="1351" y="1"/>
                  </a:moveTo>
                  <a:lnTo>
                    <a:pt x="1" y="850"/>
                  </a:lnTo>
                  <a:cubicBezTo>
                    <a:pt x="411" y="1110"/>
                    <a:pt x="841" y="1241"/>
                    <a:pt x="1311" y="1301"/>
                  </a:cubicBezTo>
                  <a:cubicBezTo>
                    <a:pt x="1471" y="890"/>
                    <a:pt x="1480" y="421"/>
                    <a:pt x="1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353092" y="2380812"/>
              <a:ext cx="640532" cy="437376"/>
            </a:xfrm>
            <a:custGeom>
              <a:avLst/>
              <a:gdLst/>
              <a:ahLst/>
              <a:cxnLst/>
              <a:rect l="l" t="t" r="r" b="b"/>
              <a:pathLst>
                <a:path w="5130" h="3503" extrusionOk="0">
                  <a:moveTo>
                    <a:pt x="3630" y="1"/>
                  </a:moveTo>
                  <a:cubicBezTo>
                    <a:pt x="2370" y="851"/>
                    <a:pt x="1160" y="1760"/>
                    <a:pt x="10" y="2751"/>
                  </a:cubicBezTo>
                  <a:cubicBezTo>
                    <a:pt x="10" y="2951"/>
                    <a:pt x="0" y="3151"/>
                    <a:pt x="10" y="3351"/>
                  </a:cubicBezTo>
                  <a:cubicBezTo>
                    <a:pt x="27" y="3471"/>
                    <a:pt x="67" y="3503"/>
                    <a:pt x="128" y="3503"/>
                  </a:cubicBezTo>
                  <a:cubicBezTo>
                    <a:pt x="138" y="3503"/>
                    <a:pt x="149" y="3502"/>
                    <a:pt x="160" y="3500"/>
                  </a:cubicBezTo>
                  <a:cubicBezTo>
                    <a:pt x="220" y="3491"/>
                    <a:pt x="290" y="3460"/>
                    <a:pt x="380" y="3440"/>
                  </a:cubicBezTo>
                  <a:cubicBezTo>
                    <a:pt x="770" y="3351"/>
                    <a:pt x="1150" y="3240"/>
                    <a:pt x="1530" y="3100"/>
                  </a:cubicBezTo>
                  <a:cubicBezTo>
                    <a:pt x="2310" y="2820"/>
                    <a:pt x="3010" y="2471"/>
                    <a:pt x="3700" y="2011"/>
                  </a:cubicBezTo>
                  <a:cubicBezTo>
                    <a:pt x="3710" y="2011"/>
                    <a:pt x="5129" y="1620"/>
                    <a:pt x="5129" y="1620"/>
                  </a:cubicBezTo>
                  <a:lnTo>
                    <a:pt x="36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205762" y="2300904"/>
              <a:ext cx="614311" cy="527024"/>
            </a:xfrm>
            <a:custGeom>
              <a:avLst/>
              <a:gdLst/>
              <a:ahLst/>
              <a:cxnLst/>
              <a:rect l="l" t="t" r="r" b="b"/>
              <a:pathLst>
                <a:path w="4920" h="4221" extrusionOk="0">
                  <a:moveTo>
                    <a:pt x="4300" y="1"/>
                  </a:moveTo>
                  <a:cubicBezTo>
                    <a:pt x="4290" y="1"/>
                    <a:pt x="4280" y="1"/>
                    <a:pt x="4280" y="11"/>
                  </a:cubicBezTo>
                  <a:cubicBezTo>
                    <a:pt x="4270" y="21"/>
                    <a:pt x="3200" y="971"/>
                    <a:pt x="2150" y="1951"/>
                  </a:cubicBezTo>
                  <a:cubicBezTo>
                    <a:pt x="0" y="3940"/>
                    <a:pt x="30" y="4080"/>
                    <a:pt x="40" y="4140"/>
                  </a:cubicBezTo>
                  <a:cubicBezTo>
                    <a:pt x="50" y="4160"/>
                    <a:pt x="60" y="4180"/>
                    <a:pt x="90" y="4191"/>
                  </a:cubicBezTo>
                  <a:cubicBezTo>
                    <a:pt x="159" y="4212"/>
                    <a:pt x="304" y="4221"/>
                    <a:pt x="471" y="4221"/>
                  </a:cubicBezTo>
                  <a:cubicBezTo>
                    <a:pt x="838" y="4221"/>
                    <a:pt x="1310" y="4181"/>
                    <a:pt x="1310" y="4160"/>
                  </a:cubicBezTo>
                  <a:lnTo>
                    <a:pt x="1310" y="4151"/>
                  </a:lnTo>
                  <a:cubicBezTo>
                    <a:pt x="1300" y="3911"/>
                    <a:pt x="1300" y="3751"/>
                    <a:pt x="1300" y="3500"/>
                  </a:cubicBezTo>
                  <a:cubicBezTo>
                    <a:pt x="2440" y="2531"/>
                    <a:pt x="3650" y="1611"/>
                    <a:pt x="4900" y="771"/>
                  </a:cubicBezTo>
                  <a:cubicBezTo>
                    <a:pt x="4910" y="771"/>
                    <a:pt x="4920" y="751"/>
                    <a:pt x="4920" y="741"/>
                  </a:cubicBezTo>
                  <a:cubicBezTo>
                    <a:pt x="4920" y="731"/>
                    <a:pt x="4920" y="711"/>
                    <a:pt x="4910" y="701"/>
                  </a:cubicBezTo>
                  <a:lnTo>
                    <a:pt x="4350" y="21"/>
                  </a:lnTo>
                  <a:cubicBezTo>
                    <a:pt x="4340" y="11"/>
                    <a:pt x="4330" y="1"/>
                    <a:pt x="43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7"/>
            <p:cNvSpPr/>
            <p:nvPr/>
          </p:nvSpPr>
          <p:spPr>
            <a:xfrm>
              <a:off x="578955" y="2650749"/>
              <a:ext cx="50069" cy="94517"/>
            </a:xfrm>
            <a:custGeom>
              <a:avLst/>
              <a:gdLst/>
              <a:ahLst/>
              <a:cxnLst/>
              <a:rect l="l" t="t" r="r" b="b"/>
              <a:pathLst>
                <a:path w="401" h="757" extrusionOk="0">
                  <a:moveTo>
                    <a:pt x="78" y="1"/>
                  </a:moveTo>
                  <a:cubicBezTo>
                    <a:pt x="69" y="1"/>
                    <a:pt x="59" y="3"/>
                    <a:pt x="51" y="9"/>
                  </a:cubicBezTo>
                  <a:cubicBezTo>
                    <a:pt x="11" y="18"/>
                    <a:pt x="1" y="58"/>
                    <a:pt x="11" y="89"/>
                  </a:cubicBezTo>
                  <a:lnTo>
                    <a:pt x="271" y="718"/>
                  </a:lnTo>
                  <a:cubicBezTo>
                    <a:pt x="278" y="740"/>
                    <a:pt x="301" y="757"/>
                    <a:pt x="324" y="757"/>
                  </a:cubicBezTo>
                  <a:cubicBezTo>
                    <a:pt x="333" y="757"/>
                    <a:pt x="343" y="754"/>
                    <a:pt x="351" y="749"/>
                  </a:cubicBezTo>
                  <a:lnTo>
                    <a:pt x="361" y="749"/>
                  </a:lnTo>
                  <a:cubicBezTo>
                    <a:pt x="391" y="738"/>
                    <a:pt x="401" y="698"/>
                    <a:pt x="391" y="658"/>
                  </a:cubicBezTo>
                  <a:lnTo>
                    <a:pt x="141" y="38"/>
                  </a:lnTo>
                  <a:cubicBezTo>
                    <a:pt x="126" y="17"/>
                    <a:pt x="102" y="1"/>
                    <a:pt x="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543995" y="2664982"/>
              <a:ext cx="50069" cy="95266"/>
            </a:xfrm>
            <a:custGeom>
              <a:avLst/>
              <a:gdLst/>
              <a:ahLst/>
              <a:cxnLst/>
              <a:rect l="l" t="t" r="r" b="b"/>
              <a:pathLst>
                <a:path w="401" h="763" extrusionOk="0">
                  <a:moveTo>
                    <a:pt x="73" y="1"/>
                  </a:moveTo>
                  <a:cubicBezTo>
                    <a:pt x="66" y="1"/>
                    <a:pt x="58" y="2"/>
                    <a:pt x="51" y="4"/>
                  </a:cubicBezTo>
                  <a:cubicBezTo>
                    <a:pt x="11" y="24"/>
                    <a:pt x="1" y="64"/>
                    <a:pt x="11" y="95"/>
                  </a:cubicBezTo>
                  <a:lnTo>
                    <a:pt x="271" y="724"/>
                  </a:lnTo>
                  <a:cubicBezTo>
                    <a:pt x="278" y="746"/>
                    <a:pt x="301" y="763"/>
                    <a:pt x="324" y="763"/>
                  </a:cubicBezTo>
                  <a:cubicBezTo>
                    <a:pt x="333" y="763"/>
                    <a:pt x="343" y="760"/>
                    <a:pt x="351" y="755"/>
                  </a:cubicBezTo>
                  <a:cubicBezTo>
                    <a:pt x="391" y="744"/>
                    <a:pt x="401" y="704"/>
                    <a:pt x="391" y="664"/>
                  </a:cubicBezTo>
                  <a:lnTo>
                    <a:pt x="141" y="44"/>
                  </a:lnTo>
                  <a:cubicBezTo>
                    <a:pt x="125" y="14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613914" y="2636391"/>
              <a:ext cx="50069" cy="92644"/>
            </a:xfrm>
            <a:custGeom>
              <a:avLst/>
              <a:gdLst/>
              <a:ahLst/>
              <a:cxnLst/>
              <a:rect l="l" t="t" r="r" b="b"/>
              <a:pathLst>
                <a:path w="401" h="742" extrusionOk="0">
                  <a:moveTo>
                    <a:pt x="74" y="0"/>
                  </a:moveTo>
                  <a:cubicBezTo>
                    <a:pt x="66" y="0"/>
                    <a:pt x="58" y="1"/>
                    <a:pt x="51" y="4"/>
                  </a:cubicBezTo>
                  <a:cubicBezTo>
                    <a:pt x="11" y="24"/>
                    <a:pt x="1" y="64"/>
                    <a:pt x="11" y="93"/>
                  </a:cubicBezTo>
                  <a:lnTo>
                    <a:pt x="261" y="704"/>
                  </a:lnTo>
                  <a:cubicBezTo>
                    <a:pt x="275" y="725"/>
                    <a:pt x="300" y="741"/>
                    <a:pt x="324" y="741"/>
                  </a:cubicBezTo>
                  <a:cubicBezTo>
                    <a:pt x="333" y="741"/>
                    <a:pt x="343" y="739"/>
                    <a:pt x="351" y="733"/>
                  </a:cubicBezTo>
                  <a:cubicBezTo>
                    <a:pt x="381" y="713"/>
                    <a:pt x="401" y="684"/>
                    <a:pt x="391" y="644"/>
                  </a:cubicBezTo>
                  <a:lnTo>
                    <a:pt x="141" y="44"/>
                  </a:lnTo>
                  <a:cubicBezTo>
                    <a:pt x="125" y="13"/>
                    <a:pt x="99" y="0"/>
                    <a:pt x="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7"/>
            <p:cNvSpPr/>
            <p:nvPr/>
          </p:nvSpPr>
          <p:spPr>
            <a:xfrm>
              <a:off x="648874" y="2622032"/>
              <a:ext cx="48945" cy="89523"/>
            </a:xfrm>
            <a:custGeom>
              <a:avLst/>
              <a:gdLst/>
              <a:ahLst/>
              <a:cxnLst/>
              <a:rect l="l" t="t" r="r" b="b"/>
              <a:pathLst>
                <a:path w="392" h="717" extrusionOk="0">
                  <a:moveTo>
                    <a:pt x="82" y="0"/>
                  </a:moveTo>
                  <a:cubicBezTo>
                    <a:pt x="73" y="0"/>
                    <a:pt x="62" y="3"/>
                    <a:pt x="51" y="8"/>
                  </a:cubicBezTo>
                  <a:cubicBezTo>
                    <a:pt x="21" y="19"/>
                    <a:pt x="1" y="59"/>
                    <a:pt x="11" y="88"/>
                  </a:cubicBezTo>
                  <a:lnTo>
                    <a:pt x="251" y="679"/>
                  </a:lnTo>
                  <a:cubicBezTo>
                    <a:pt x="265" y="700"/>
                    <a:pt x="290" y="716"/>
                    <a:pt x="318" y="716"/>
                  </a:cubicBezTo>
                  <a:cubicBezTo>
                    <a:pt x="329" y="716"/>
                    <a:pt x="340" y="714"/>
                    <a:pt x="351" y="708"/>
                  </a:cubicBezTo>
                  <a:cubicBezTo>
                    <a:pt x="381" y="699"/>
                    <a:pt x="391" y="659"/>
                    <a:pt x="381" y="628"/>
                  </a:cubicBezTo>
                  <a:lnTo>
                    <a:pt x="141" y="39"/>
                  </a:lnTo>
                  <a:cubicBezTo>
                    <a:pt x="126" y="17"/>
                    <a:pt x="107" y="0"/>
                    <a:pt x="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1068388" y="2630522"/>
              <a:ext cx="81284" cy="207388"/>
            </a:xfrm>
            <a:custGeom>
              <a:avLst/>
              <a:gdLst/>
              <a:ahLst/>
              <a:cxnLst/>
              <a:rect l="l" t="t" r="r" b="b"/>
              <a:pathLst>
                <a:path w="651" h="1661" extrusionOk="0">
                  <a:moveTo>
                    <a:pt x="531" y="0"/>
                  </a:moveTo>
                  <a:lnTo>
                    <a:pt x="0" y="1611"/>
                  </a:lnTo>
                  <a:lnTo>
                    <a:pt x="131" y="1660"/>
                  </a:lnTo>
                  <a:lnTo>
                    <a:pt x="651" y="40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7"/>
            <p:cNvSpPr/>
            <p:nvPr/>
          </p:nvSpPr>
          <p:spPr>
            <a:xfrm>
              <a:off x="2360515" y="1320915"/>
              <a:ext cx="1098768" cy="1198632"/>
            </a:xfrm>
            <a:custGeom>
              <a:avLst/>
              <a:gdLst/>
              <a:ahLst/>
              <a:cxnLst/>
              <a:rect l="l" t="t" r="r" b="b"/>
              <a:pathLst>
                <a:path w="8800" h="9600" extrusionOk="0">
                  <a:moveTo>
                    <a:pt x="7149" y="1"/>
                  </a:moveTo>
                  <a:lnTo>
                    <a:pt x="6760" y="21"/>
                  </a:lnTo>
                  <a:lnTo>
                    <a:pt x="3240" y="3450"/>
                  </a:lnTo>
                  <a:lnTo>
                    <a:pt x="1" y="7550"/>
                  </a:lnTo>
                  <a:lnTo>
                    <a:pt x="4850" y="9600"/>
                  </a:lnTo>
                  <a:lnTo>
                    <a:pt x="7709" y="5160"/>
                  </a:lnTo>
                  <a:lnTo>
                    <a:pt x="8800" y="1721"/>
                  </a:lnTo>
                  <a:lnTo>
                    <a:pt x="71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7"/>
            <p:cNvSpPr/>
            <p:nvPr/>
          </p:nvSpPr>
          <p:spPr>
            <a:xfrm>
              <a:off x="2738701" y="1323413"/>
              <a:ext cx="480836" cy="459600"/>
            </a:xfrm>
            <a:custGeom>
              <a:avLst/>
              <a:gdLst/>
              <a:ahLst/>
              <a:cxnLst/>
              <a:rect l="l" t="t" r="r" b="b"/>
              <a:pathLst>
                <a:path w="3851" h="3681" extrusionOk="0">
                  <a:moveTo>
                    <a:pt x="3851" y="1"/>
                  </a:moveTo>
                  <a:lnTo>
                    <a:pt x="2881" y="41"/>
                  </a:lnTo>
                  <a:lnTo>
                    <a:pt x="1" y="3681"/>
                  </a:lnTo>
                  <a:cubicBezTo>
                    <a:pt x="2891" y="3590"/>
                    <a:pt x="3511" y="830"/>
                    <a:pt x="38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7"/>
            <p:cNvSpPr/>
            <p:nvPr/>
          </p:nvSpPr>
          <p:spPr>
            <a:xfrm>
              <a:off x="2693754" y="1318169"/>
              <a:ext cx="573232" cy="521030"/>
            </a:xfrm>
            <a:custGeom>
              <a:avLst/>
              <a:gdLst/>
              <a:ahLst/>
              <a:cxnLst/>
              <a:rect l="l" t="t" r="r" b="b"/>
              <a:pathLst>
                <a:path w="4591" h="4173" extrusionOk="0">
                  <a:moveTo>
                    <a:pt x="4514" y="0"/>
                  </a:moveTo>
                  <a:cubicBezTo>
                    <a:pt x="4487" y="0"/>
                    <a:pt x="4459" y="20"/>
                    <a:pt x="4451" y="52"/>
                  </a:cubicBezTo>
                  <a:lnTo>
                    <a:pt x="4451" y="63"/>
                  </a:lnTo>
                  <a:cubicBezTo>
                    <a:pt x="4251" y="732"/>
                    <a:pt x="3960" y="1743"/>
                    <a:pt x="3301" y="2583"/>
                  </a:cubicBezTo>
                  <a:cubicBezTo>
                    <a:pt x="2546" y="3553"/>
                    <a:pt x="1483" y="4043"/>
                    <a:pt x="152" y="4043"/>
                  </a:cubicBezTo>
                  <a:cubicBezTo>
                    <a:pt x="125" y="4043"/>
                    <a:pt x="98" y="4043"/>
                    <a:pt x="71" y="4042"/>
                  </a:cubicBezTo>
                  <a:cubicBezTo>
                    <a:pt x="66" y="4041"/>
                    <a:pt x="61" y="4040"/>
                    <a:pt x="56" y="4040"/>
                  </a:cubicBezTo>
                  <a:cubicBezTo>
                    <a:pt x="24" y="4040"/>
                    <a:pt x="1" y="4068"/>
                    <a:pt x="1" y="4102"/>
                  </a:cubicBezTo>
                  <a:cubicBezTo>
                    <a:pt x="1" y="4142"/>
                    <a:pt x="31" y="4172"/>
                    <a:pt x="61" y="4172"/>
                  </a:cubicBezTo>
                  <a:lnTo>
                    <a:pt x="161" y="4172"/>
                  </a:lnTo>
                  <a:cubicBezTo>
                    <a:pt x="1531" y="4172"/>
                    <a:pt x="2621" y="3663"/>
                    <a:pt x="3411" y="2663"/>
                  </a:cubicBezTo>
                  <a:cubicBezTo>
                    <a:pt x="4080" y="1803"/>
                    <a:pt x="4380" y="772"/>
                    <a:pt x="4580" y="103"/>
                  </a:cubicBezTo>
                  <a:lnTo>
                    <a:pt x="4580" y="83"/>
                  </a:lnTo>
                  <a:cubicBezTo>
                    <a:pt x="4591" y="52"/>
                    <a:pt x="4571" y="12"/>
                    <a:pt x="4531" y="3"/>
                  </a:cubicBezTo>
                  <a:cubicBezTo>
                    <a:pt x="4525" y="1"/>
                    <a:pt x="4520" y="0"/>
                    <a:pt x="45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7"/>
            <p:cNvSpPr/>
            <p:nvPr/>
          </p:nvSpPr>
          <p:spPr>
            <a:xfrm>
              <a:off x="3288065" y="1357123"/>
              <a:ext cx="173680" cy="307274"/>
            </a:xfrm>
            <a:custGeom>
              <a:avLst/>
              <a:gdLst/>
              <a:ahLst/>
              <a:cxnLst/>
              <a:rect l="l" t="t" r="r" b="b"/>
              <a:pathLst>
                <a:path w="1391" h="2461" extrusionOk="0">
                  <a:moveTo>
                    <a:pt x="0" y="0"/>
                  </a:moveTo>
                  <a:lnTo>
                    <a:pt x="1040" y="2460"/>
                  </a:lnTo>
                  <a:lnTo>
                    <a:pt x="1391" y="1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7"/>
            <p:cNvSpPr/>
            <p:nvPr/>
          </p:nvSpPr>
          <p:spPr>
            <a:xfrm>
              <a:off x="1616502" y="1052102"/>
              <a:ext cx="1603078" cy="473709"/>
            </a:xfrm>
            <a:custGeom>
              <a:avLst/>
              <a:gdLst/>
              <a:ahLst/>
              <a:cxnLst/>
              <a:rect l="l" t="t" r="r" b="b"/>
              <a:pathLst>
                <a:path w="12839" h="3794" extrusionOk="0">
                  <a:moveTo>
                    <a:pt x="6600" y="1"/>
                  </a:moveTo>
                  <a:cubicBezTo>
                    <a:pt x="6472" y="1"/>
                    <a:pt x="6344" y="15"/>
                    <a:pt x="6220" y="44"/>
                  </a:cubicBezTo>
                  <a:lnTo>
                    <a:pt x="0" y="1734"/>
                  </a:lnTo>
                  <a:lnTo>
                    <a:pt x="140" y="2254"/>
                  </a:lnTo>
                  <a:cubicBezTo>
                    <a:pt x="140" y="2254"/>
                    <a:pt x="4160" y="2123"/>
                    <a:pt x="5480" y="1814"/>
                  </a:cubicBezTo>
                  <a:cubicBezTo>
                    <a:pt x="5769" y="1744"/>
                    <a:pt x="6609" y="1474"/>
                    <a:pt x="6609" y="1474"/>
                  </a:cubicBezTo>
                  <a:lnTo>
                    <a:pt x="11369" y="3794"/>
                  </a:lnTo>
                  <a:lnTo>
                    <a:pt x="12839" y="2174"/>
                  </a:lnTo>
                  <a:lnTo>
                    <a:pt x="7279" y="144"/>
                  </a:lnTo>
                  <a:cubicBezTo>
                    <a:pt x="7061" y="48"/>
                    <a:pt x="6830" y="1"/>
                    <a:pt x="66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7"/>
            <p:cNvSpPr/>
            <p:nvPr/>
          </p:nvSpPr>
          <p:spPr>
            <a:xfrm>
              <a:off x="1386769" y="1268476"/>
              <a:ext cx="298415" cy="224119"/>
            </a:xfrm>
            <a:custGeom>
              <a:avLst/>
              <a:gdLst/>
              <a:ahLst/>
              <a:cxnLst/>
              <a:rect l="l" t="t" r="r" b="b"/>
              <a:pathLst>
                <a:path w="2390" h="1795" extrusionOk="0">
                  <a:moveTo>
                    <a:pt x="1840" y="1"/>
                  </a:moveTo>
                  <a:cubicBezTo>
                    <a:pt x="1840" y="1"/>
                    <a:pt x="300" y="31"/>
                    <a:pt x="150" y="441"/>
                  </a:cubicBezTo>
                  <a:cubicBezTo>
                    <a:pt x="0" y="861"/>
                    <a:pt x="420" y="1681"/>
                    <a:pt x="600" y="1781"/>
                  </a:cubicBezTo>
                  <a:cubicBezTo>
                    <a:pt x="617" y="1791"/>
                    <a:pt x="640" y="1795"/>
                    <a:pt x="667" y="1795"/>
                  </a:cubicBezTo>
                  <a:cubicBezTo>
                    <a:pt x="826" y="1795"/>
                    <a:pt x="1120" y="1641"/>
                    <a:pt x="1120" y="1641"/>
                  </a:cubicBezTo>
                  <a:cubicBezTo>
                    <a:pt x="1120" y="1641"/>
                    <a:pt x="1276" y="1766"/>
                    <a:pt x="1492" y="1766"/>
                  </a:cubicBezTo>
                  <a:cubicBezTo>
                    <a:pt x="1646" y="1766"/>
                    <a:pt x="1831" y="1702"/>
                    <a:pt x="2010" y="1481"/>
                  </a:cubicBezTo>
                  <a:cubicBezTo>
                    <a:pt x="2350" y="1050"/>
                    <a:pt x="2390" y="301"/>
                    <a:pt x="2390" y="301"/>
                  </a:cubicBezTo>
                  <a:lnTo>
                    <a:pt x="18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Team</a:t>
            </a:r>
            <a:endParaRPr dirty="0"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1"/>
          </p:nvPr>
        </p:nvSpPr>
        <p:spPr>
          <a:xfrm>
            <a:off x="1212654" y="1495631"/>
            <a:ext cx="7710900" cy="32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59AD5"/>
              </a:buClr>
              <a:buSzPts val="1100"/>
              <a:buFont typeface="Arial"/>
              <a:buNone/>
            </a:pPr>
            <a:r>
              <a:rPr lang="en-US" sz="2800" b="1" dirty="0"/>
              <a:t>Miroslav Iliev - 9B: Scrum Trainer</a:t>
            </a:r>
            <a:endParaRPr lang="bg-BG" sz="28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59AD5"/>
              </a:buClr>
              <a:buSzPts val="1100"/>
              <a:buFont typeface="Arial"/>
              <a:buNone/>
            </a:pPr>
            <a:endParaRPr lang="en-US" sz="2800" b="1" dirty="0"/>
          </a:p>
          <a:p>
            <a:pPr marL="0" lvl="0" indent="0">
              <a:buClr>
                <a:srgbClr val="859AD5"/>
              </a:buClr>
              <a:buSzPts val="1100"/>
              <a:buNone/>
            </a:pPr>
            <a:r>
              <a:rPr lang="en-US" sz="2800" b="1" dirty="0"/>
              <a:t>Iordan </a:t>
            </a:r>
            <a:r>
              <a:rPr lang="en-US" sz="2800" b="1" dirty="0" err="1"/>
              <a:t>Raynov</a:t>
            </a:r>
            <a:r>
              <a:rPr lang="en-US" sz="2800" b="1" dirty="0"/>
              <a:t>- 9B: Frontend Developer</a:t>
            </a:r>
            <a:endParaRPr lang="bg-BG" sz="2800" b="1" dirty="0"/>
          </a:p>
          <a:p>
            <a:pPr marL="0" lvl="0" indent="0">
              <a:buClr>
                <a:srgbClr val="859AD5"/>
              </a:buClr>
              <a:buSzPts val="1100"/>
              <a:buNone/>
            </a:pPr>
            <a:endParaRPr lang="en-US" sz="2800" b="1" dirty="0"/>
          </a:p>
          <a:p>
            <a:pPr marL="0" lvl="0" indent="0">
              <a:buClr>
                <a:srgbClr val="859AD5"/>
              </a:buClr>
              <a:buSzPts val="1100"/>
              <a:buNone/>
            </a:pPr>
            <a:r>
              <a:rPr lang="en-US" sz="2800" b="1" dirty="0"/>
              <a:t>Dimitar </a:t>
            </a:r>
            <a:r>
              <a:rPr lang="en-US" sz="2800" b="1" dirty="0" err="1"/>
              <a:t>Nyagalov</a:t>
            </a:r>
            <a:r>
              <a:rPr lang="en-US" sz="2800" b="1" dirty="0"/>
              <a:t> - 9B: Backend Developer</a:t>
            </a:r>
            <a:endParaRPr lang="bg-BG" sz="2800" b="1" dirty="0"/>
          </a:p>
          <a:p>
            <a:pPr marL="0" lvl="0" indent="0">
              <a:buClr>
                <a:srgbClr val="859AD5"/>
              </a:buClr>
              <a:buSzPts val="1100"/>
              <a:buNone/>
            </a:pPr>
            <a:endParaRPr lang="en-US" sz="2800" b="1" dirty="0"/>
          </a:p>
          <a:p>
            <a:pPr marL="0" lvl="0" indent="0">
              <a:buClr>
                <a:srgbClr val="859AD5"/>
              </a:buClr>
              <a:buSzPts val="1100"/>
              <a:buNone/>
            </a:pPr>
            <a:r>
              <a:rPr lang="en-US" sz="2800" b="1" dirty="0"/>
              <a:t>Ivan </a:t>
            </a:r>
            <a:r>
              <a:rPr lang="en-US" sz="2800" b="1" dirty="0" err="1"/>
              <a:t>Trifanov</a:t>
            </a:r>
            <a:r>
              <a:rPr lang="en-US" sz="2800" b="1" dirty="0"/>
              <a:t> – 9A: Backend Developer</a:t>
            </a:r>
            <a:endParaRPr lang="bg-BG" sz="2800" b="1" dirty="0"/>
          </a:p>
          <a:p>
            <a:pPr marL="0" lvl="0" indent="0">
              <a:buClr>
                <a:srgbClr val="859AD5"/>
              </a:buClr>
              <a:buSzPts val="1100"/>
              <a:buNone/>
            </a:pPr>
            <a:endParaRPr sz="2800" dirty="0"/>
          </a:p>
        </p:txBody>
      </p:sp>
      <p:sp>
        <p:nvSpPr>
          <p:cNvPr id="205" name="Google Shape;205;p28"/>
          <p:cNvSpPr/>
          <p:nvPr/>
        </p:nvSpPr>
        <p:spPr>
          <a:xfrm>
            <a:off x="-145250" y="-373850"/>
            <a:ext cx="1915875" cy="1081375"/>
          </a:xfrm>
          <a:custGeom>
            <a:avLst/>
            <a:gdLst/>
            <a:ahLst/>
            <a:cxnLst/>
            <a:rect l="l" t="t" r="r" b="b"/>
            <a:pathLst>
              <a:path w="76635" h="43255" extrusionOk="0">
                <a:moveTo>
                  <a:pt x="0" y="10011"/>
                </a:moveTo>
                <a:cubicBezTo>
                  <a:pt x="6271" y="15534"/>
                  <a:pt x="24855" y="44820"/>
                  <a:pt x="37627" y="43151"/>
                </a:cubicBezTo>
                <a:cubicBezTo>
                  <a:pt x="50400" y="41483"/>
                  <a:pt x="70134" y="7192"/>
                  <a:pt x="76635" y="0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06" name="Google Shape;206;p28"/>
          <p:cNvGrpSpPr/>
          <p:nvPr/>
        </p:nvGrpSpPr>
        <p:grpSpPr>
          <a:xfrm rot="-1737888">
            <a:off x="506611" y="396081"/>
            <a:ext cx="566726" cy="566716"/>
            <a:chOff x="5866975" y="1985425"/>
            <a:chExt cx="464225" cy="464250"/>
          </a:xfrm>
        </p:grpSpPr>
        <p:sp>
          <p:nvSpPr>
            <p:cNvPr id="207" name="Google Shape;207;p28"/>
            <p:cNvSpPr/>
            <p:nvPr/>
          </p:nvSpPr>
          <p:spPr>
            <a:xfrm>
              <a:off x="5866975" y="1985425"/>
              <a:ext cx="464225" cy="464250"/>
            </a:xfrm>
            <a:custGeom>
              <a:avLst/>
              <a:gdLst/>
              <a:ahLst/>
              <a:cxnLst/>
              <a:rect l="l" t="t" r="r" b="b"/>
              <a:pathLst>
                <a:path w="18569" h="18570" extrusionOk="0">
                  <a:moveTo>
                    <a:pt x="9290" y="1"/>
                  </a:moveTo>
                  <a:cubicBezTo>
                    <a:pt x="6590" y="1"/>
                    <a:pt x="4160" y="1151"/>
                    <a:pt x="2470" y="2991"/>
                  </a:cubicBezTo>
                  <a:cubicBezTo>
                    <a:pt x="2290" y="3180"/>
                    <a:pt x="2120" y="3380"/>
                    <a:pt x="1960" y="3580"/>
                  </a:cubicBezTo>
                  <a:cubicBezTo>
                    <a:pt x="740" y="5151"/>
                    <a:pt x="0" y="7130"/>
                    <a:pt x="0" y="9280"/>
                  </a:cubicBezTo>
                  <a:lnTo>
                    <a:pt x="0" y="9310"/>
                  </a:lnTo>
                  <a:cubicBezTo>
                    <a:pt x="0" y="9500"/>
                    <a:pt x="11" y="9700"/>
                    <a:pt x="31" y="9900"/>
                  </a:cubicBezTo>
                  <a:cubicBezTo>
                    <a:pt x="171" y="12110"/>
                    <a:pt x="1090" y="14110"/>
                    <a:pt x="2510" y="15619"/>
                  </a:cubicBezTo>
                  <a:cubicBezTo>
                    <a:pt x="2700" y="15829"/>
                    <a:pt x="2900" y="16029"/>
                    <a:pt x="3120" y="16219"/>
                  </a:cubicBezTo>
                  <a:cubicBezTo>
                    <a:pt x="4760" y="17679"/>
                    <a:pt x="6919" y="18569"/>
                    <a:pt x="9290" y="18569"/>
                  </a:cubicBezTo>
                  <a:cubicBezTo>
                    <a:pt x="10379" y="18569"/>
                    <a:pt x="11429" y="18379"/>
                    <a:pt x="12409" y="18029"/>
                  </a:cubicBezTo>
                  <a:cubicBezTo>
                    <a:pt x="12609" y="17959"/>
                    <a:pt x="12799" y="17879"/>
                    <a:pt x="12999" y="17789"/>
                  </a:cubicBezTo>
                  <a:cubicBezTo>
                    <a:pt x="14549" y="17119"/>
                    <a:pt x="15869" y="16029"/>
                    <a:pt x="16838" y="14670"/>
                  </a:cubicBezTo>
                  <a:cubicBezTo>
                    <a:pt x="16958" y="14510"/>
                    <a:pt x="17069" y="14350"/>
                    <a:pt x="17178" y="14179"/>
                  </a:cubicBezTo>
                  <a:cubicBezTo>
                    <a:pt x="17958" y="12919"/>
                    <a:pt x="18449" y="11459"/>
                    <a:pt x="18549" y="9900"/>
                  </a:cubicBezTo>
                  <a:cubicBezTo>
                    <a:pt x="18558" y="9700"/>
                    <a:pt x="18569" y="9500"/>
                    <a:pt x="18569" y="9310"/>
                  </a:cubicBezTo>
                  <a:lnTo>
                    <a:pt x="18569" y="9280"/>
                  </a:lnTo>
                  <a:cubicBezTo>
                    <a:pt x="18569" y="7670"/>
                    <a:pt x="18158" y="6150"/>
                    <a:pt x="17429" y="4831"/>
                  </a:cubicBezTo>
                  <a:cubicBezTo>
                    <a:pt x="17329" y="4651"/>
                    <a:pt x="17229" y="4480"/>
                    <a:pt x="17118" y="4311"/>
                  </a:cubicBezTo>
                  <a:cubicBezTo>
                    <a:pt x="16138" y="2760"/>
                    <a:pt x="14699" y="1521"/>
                    <a:pt x="12999" y="781"/>
                  </a:cubicBezTo>
                  <a:cubicBezTo>
                    <a:pt x="12799" y="691"/>
                    <a:pt x="12609" y="611"/>
                    <a:pt x="12409" y="541"/>
                  </a:cubicBezTo>
                  <a:cubicBezTo>
                    <a:pt x="11429" y="191"/>
                    <a:pt x="10379" y="1"/>
                    <a:pt x="9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8"/>
            <p:cNvSpPr/>
            <p:nvPr/>
          </p:nvSpPr>
          <p:spPr>
            <a:xfrm>
              <a:off x="5866975" y="1998925"/>
              <a:ext cx="464225" cy="437250"/>
            </a:xfrm>
            <a:custGeom>
              <a:avLst/>
              <a:gdLst/>
              <a:ahLst/>
              <a:cxnLst/>
              <a:rect l="l" t="t" r="r" b="b"/>
              <a:pathLst>
                <a:path w="18569" h="17490" extrusionOk="0">
                  <a:moveTo>
                    <a:pt x="12409" y="1"/>
                  </a:moveTo>
                  <a:lnTo>
                    <a:pt x="12409" y="8770"/>
                  </a:lnTo>
                  <a:lnTo>
                    <a:pt x="10989" y="8770"/>
                  </a:lnTo>
                  <a:cubicBezTo>
                    <a:pt x="10829" y="5250"/>
                    <a:pt x="7930" y="2451"/>
                    <a:pt x="4380" y="2451"/>
                  </a:cubicBezTo>
                  <a:lnTo>
                    <a:pt x="2470" y="2451"/>
                  </a:lnTo>
                  <a:cubicBezTo>
                    <a:pt x="2290" y="2640"/>
                    <a:pt x="2120" y="2840"/>
                    <a:pt x="1960" y="3040"/>
                  </a:cubicBezTo>
                  <a:lnTo>
                    <a:pt x="4380" y="3040"/>
                  </a:lnTo>
                  <a:cubicBezTo>
                    <a:pt x="7599" y="3040"/>
                    <a:pt x="10239" y="5580"/>
                    <a:pt x="10389" y="8770"/>
                  </a:cubicBezTo>
                  <a:lnTo>
                    <a:pt x="0" y="8770"/>
                  </a:lnTo>
                  <a:cubicBezTo>
                    <a:pt x="0" y="8960"/>
                    <a:pt x="11" y="9160"/>
                    <a:pt x="31" y="9360"/>
                  </a:cubicBezTo>
                  <a:lnTo>
                    <a:pt x="10389" y="9360"/>
                  </a:lnTo>
                  <a:cubicBezTo>
                    <a:pt x="10239" y="12539"/>
                    <a:pt x="7599" y="15079"/>
                    <a:pt x="4380" y="15079"/>
                  </a:cubicBezTo>
                  <a:lnTo>
                    <a:pt x="2510" y="15079"/>
                  </a:lnTo>
                  <a:cubicBezTo>
                    <a:pt x="2700" y="15289"/>
                    <a:pt x="2900" y="15489"/>
                    <a:pt x="3120" y="15679"/>
                  </a:cubicBezTo>
                  <a:lnTo>
                    <a:pt x="4380" y="15679"/>
                  </a:lnTo>
                  <a:cubicBezTo>
                    <a:pt x="7930" y="15679"/>
                    <a:pt x="10829" y="12870"/>
                    <a:pt x="10989" y="9360"/>
                  </a:cubicBezTo>
                  <a:lnTo>
                    <a:pt x="12409" y="9360"/>
                  </a:lnTo>
                  <a:lnTo>
                    <a:pt x="12409" y="17489"/>
                  </a:lnTo>
                  <a:cubicBezTo>
                    <a:pt x="12609" y="17419"/>
                    <a:pt x="12799" y="17339"/>
                    <a:pt x="12999" y="17249"/>
                  </a:cubicBezTo>
                  <a:lnTo>
                    <a:pt x="12999" y="9360"/>
                  </a:lnTo>
                  <a:lnTo>
                    <a:pt x="14479" y="9360"/>
                  </a:lnTo>
                  <a:cubicBezTo>
                    <a:pt x="14559" y="11270"/>
                    <a:pt x="15469" y="12979"/>
                    <a:pt x="16838" y="14130"/>
                  </a:cubicBezTo>
                  <a:cubicBezTo>
                    <a:pt x="16958" y="13970"/>
                    <a:pt x="17069" y="13810"/>
                    <a:pt x="17178" y="13639"/>
                  </a:cubicBezTo>
                  <a:cubicBezTo>
                    <a:pt x="15958" y="12590"/>
                    <a:pt x="15158" y="11070"/>
                    <a:pt x="15069" y="9360"/>
                  </a:cubicBezTo>
                  <a:lnTo>
                    <a:pt x="18549" y="9360"/>
                  </a:lnTo>
                  <a:cubicBezTo>
                    <a:pt x="18558" y="9160"/>
                    <a:pt x="18569" y="8960"/>
                    <a:pt x="18569" y="8770"/>
                  </a:cubicBezTo>
                  <a:lnTo>
                    <a:pt x="15069" y="8770"/>
                  </a:lnTo>
                  <a:cubicBezTo>
                    <a:pt x="15158" y="6940"/>
                    <a:pt x="16069" y="5330"/>
                    <a:pt x="17429" y="4291"/>
                  </a:cubicBezTo>
                  <a:cubicBezTo>
                    <a:pt x="17329" y="4111"/>
                    <a:pt x="17229" y="3940"/>
                    <a:pt x="17118" y="3771"/>
                  </a:cubicBezTo>
                  <a:cubicBezTo>
                    <a:pt x="15589" y="4920"/>
                    <a:pt x="14569" y="6730"/>
                    <a:pt x="14479" y="8770"/>
                  </a:cubicBezTo>
                  <a:lnTo>
                    <a:pt x="12999" y="8770"/>
                  </a:lnTo>
                  <a:lnTo>
                    <a:pt x="12999" y="241"/>
                  </a:lnTo>
                  <a:cubicBezTo>
                    <a:pt x="12799" y="151"/>
                    <a:pt x="12609" y="71"/>
                    <a:pt x="124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6192200" y="2429650"/>
              <a:ext cx="1250" cy="525"/>
            </a:xfrm>
            <a:custGeom>
              <a:avLst/>
              <a:gdLst/>
              <a:ahLst/>
              <a:cxnLst/>
              <a:rect l="l" t="t" r="r" b="b"/>
              <a:pathLst>
                <a:path w="50" h="21" extrusionOk="0">
                  <a:moveTo>
                    <a:pt x="0" y="20"/>
                  </a:moveTo>
                  <a:lnTo>
                    <a:pt x="0" y="20"/>
                  </a:lnTo>
                  <a:lnTo>
                    <a:pt x="0" y="20"/>
                  </a:lnTo>
                  <a:close/>
                  <a:moveTo>
                    <a:pt x="10" y="10"/>
                  </a:moveTo>
                  <a:lnTo>
                    <a:pt x="10" y="20"/>
                  </a:lnTo>
                  <a:lnTo>
                    <a:pt x="10" y="10"/>
                  </a:lnTo>
                  <a:close/>
                  <a:moveTo>
                    <a:pt x="50" y="0"/>
                  </a:moveTo>
                  <a:lnTo>
                    <a:pt x="50" y="0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8"/>
            <p:cNvSpPr/>
            <p:nvPr/>
          </p:nvSpPr>
          <p:spPr>
            <a:xfrm>
              <a:off x="5866975" y="2074925"/>
              <a:ext cx="392475" cy="374750"/>
            </a:xfrm>
            <a:custGeom>
              <a:avLst/>
              <a:gdLst/>
              <a:ahLst/>
              <a:cxnLst/>
              <a:rect l="l" t="t" r="r" b="b"/>
              <a:pathLst>
                <a:path w="15699" h="14990" extrusionOk="0">
                  <a:moveTo>
                    <a:pt x="1960" y="0"/>
                  </a:moveTo>
                  <a:cubicBezTo>
                    <a:pt x="740" y="1571"/>
                    <a:pt x="0" y="3550"/>
                    <a:pt x="0" y="5700"/>
                  </a:cubicBezTo>
                  <a:lnTo>
                    <a:pt x="0" y="5730"/>
                  </a:lnTo>
                  <a:lnTo>
                    <a:pt x="2650" y="5730"/>
                  </a:lnTo>
                  <a:cubicBezTo>
                    <a:pt x="2280" y="4750"/>
                    <a:pt x="2050" y="3700"/>
                    <a:pt x="1980" y="2610"/>
                  </a:cubicBezTo>
                  <a:cubicBezTo>
                    <a:pt x="1960" y="2380"/>
                    <a:pt x="1950" y="2140"/>
                    <a:pt x="1950" y="1910"/>
                  </a:cubicBezTo>
                  <a:lnTo>
                    <a:pt x="1950" y="1890"/>
                  </a:lnTo>
                  <a:cubicBezTo>
                    <a:pt x="1950" y="1240"/>
                    <a:pt x="2010" y="611"/>
                    <a:pt x="2120" y="0"/>
                  </a:cubicBezTo>
                  <a:close/>
                  <a:moveTo>
                    <a:pt x="31" y="6320"/>
                  </a:moveTo>
                  <a:cubicBezTo>
                    <a:pt x="171" y="8530"/>
                    <a:pt x="1090" y="10530"/>
                    <a:pt x="2510" y="12039"/>
                  </a:cubicBezTo>
                  <a:lnTo>
                    <a:pt x="4380" y="12039"/>
                  </a:lnTo>
                  <a:cubicBezTo>
                    <a:pt x="5440" y="12039"/>
                    <a:pt x="6439" y="11769"/>
                    <a:pt x="7310" y="11279"/>
                  </a:cubicBezTo>
                  <a:cubicBezTo>
                    <a:pt x="6699" y="10919"/>
                    <a:pt x="6130" y="10499"/>
                    <a:pt x="5610" y="10030"/>
                  </a:cubicBezTo>
                  <a:cubicBezTo>
                    <a:pt x="5360" y="9810"/>
                    <a:pt x="5120" y="9579"/>
                    <a:pt x="4890" y="9339"/>
                  </a:cubicBezTo>
                  <a:cubicBezTo>
                    <a:pt x="4070" y="8459"/>
                    <a:pt x="3390" y="7440"/>
                    <a:pt x="2890" y="6320"/>
                  </a:cubicBezTo>
                  <a:close/>
                  <a:moveTo>
                    <a:pt x="15698" y="12419"/>
                  </a:moveTo>
                  <a:lnTo>
                    <a:pt x="15698" y="12419"/>
                  </a:lnTo>
                  <a:cubicBezTo>
                    <a:pt x="14829" y="12649"/>
                    <a:pt x="13929" y="12779"/>
                    <a:pt x="12999" y="12789"/>
                  </a:cubicBezTo>
                  <a:lnTo>
                    <a:pt x="12999" y="14209"/>
                  </a:lnTo>
                  <a:lnTo>
                    <a:pt x="13019" y="14209"/>
                  </a:lnTo>
                  <a:lnTo>
                    <a:pt x="13019" y="14199"/>
                  </a:lnTo>
                  <a:cubicBezTo>
                    <a:pt x="13039" y="14199"/>
                    <a:pt x="13049" y="14189"/>
                    <a:pt x="13059" y="14189"/>
                  </a:cubicBezTo>
                  <a:cubicBezTo>
                    <a:pt x="14039" y="13749"/>
                    <a:pt x="14929" y="13149"/>
                    <a:pt x="15698" y="12419"/>
                  </a:cubicBezTo>
                  <a:close/>
                  <a:moveTo>
                    <a:pt x="7919" y="11609"/>
                  </a:moveTo>
                  <a:cubicBezTo>
                    <a:pt x="6890" y="12259"/>
                    <a:pt x="5680" y="12639"/>
                    <a:pt x="4380" y="12639"/>
                  </a:cubicBezTo>
                  <a:lnTo>
                    <a:pt x="3120" y="12639"/>
                  </a:lnTo>
                  <a:cubicBezTo>
                    <a:pt x="4760" y="14099"/>
                    <a:pt x="6919" y="14989"/>
                    <a:pt x="9290" y="14989"/>
                  </a:cubicBezTo>
                  <a:cubicBezTo>
                    <a:pt x="10379" y="14989"/>
                    <a:pt x="11429" y="14799"/>
                    <a:pt x="12409" y="14449"/>
                  </a:cubicBezTo>
                  <a:lnTo>
                    <a:pt x="12409" y="12779"/>
                  </a:lnTo>
                  <a:cubicBezTo>
                    <a:pt x="10789" y="12719"/>
                    <a:pt x="9270" y="12299"/>
                    <a:pt x="7919" y="116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8"/>
            <p:cNvSpPr/>
            <p:nvPr/>
          </p:nvSpPr>
          <p:spPr>
            <a:xfrm>
              <a:off x="5866975" y="2068925"/>
              <a:ext cx="324975" cy="367250"/>
            </a:xfrm>
            <a:custGeom>
              <a:avLst/>
              <a:gdLst/>
              <a:ahLst/>
              <a:cxnLst/>
              <a:rect l="l" t="t" r="r" b="b"/>
              <a:pathLst>
                <a:path w="12999" h="14690" extrusionOk="0">
                  <a:moveTo>
                    <a:pt x="2160" y="0"/>
                  </a:moveTo>
                  <a:lnTo>
                    <a:pt x="2160" y="0"/>
                  </a:lnTo>
                  <a:cubicBezTo>
                    <a:pt x="2090" y="80"/>
                    <a:pt x="2030" y="160"/>
                    <a:pt x="1960" y="240"/>
                  </a:cubicBezTo>
                  <a:lnTo>
                    <a:pt x="2120" y="240"/>
                  </a:lnTo>
                  <a:cubicBezTo>
                    <a:pt x="2130" y="160"/>
                    <a:pt x="2150" y="80"/>
                    <a:pt x="2160" y="0"/>
                  </a:cubicBezTo>
                  <a:close/>
                  <a:moveTo>
                    <a:pt x="0" y="5970"/>
                  </a:moveTo>
                  <a:cubicBezTo>
                    <a:pt x="0" y="6160"/>
                    <a:pt x="11" y="6360"/>
                    <a:pt x="31" y="6560"/>
                  </a:cubicBezTo>
                  <a:lnTo>
                    <a:pt x="2890" y="6560"/>
                  </a:lnTo>
                  <a:cubicBezTo>
                    <a:pt x="2800" y="6360"/>
                    <a:pt x="2720" y="6170"/>
                    <a:pt x="2650" y="5970"/>
                  </a:cubicBezTo>
                  <a:close/>
                  <a:moveTo>
                    <a:pt x="7310" y="11519"/>
                  </a:moveTo>
                  <a:cubicBezTo>
                    <a:pt x="6439" y="12009"/>
                    <a:pt x="5440" y="12279"/>
                    <a:pt x="4380" y="12279"/>
                  </a:cubicBezTo>
                  <a:lnTo>
                    <a:pt x="2510" y="12279"/>
                  </a:lnTo>
                  <a:cubicBezTo>
                    <a:pt x="2700" y="12489"/>
                    <a:pt x="2900" y="12689"/>
                    <a:pt x="3120" y="12879"/>
                  </a:cubicBezTo>
                  <a:lnTo>
                    <a:pt x="4380" y="12879"/>
                  </a:lnTo>
                  <a:cubicBezTo>
                    <a:pt x="5680" y="12879"/>
                    <a:pt x="6890" y="12499"/>
                    <a:pt x="7919" y="11849"/>
                  </a:cubicBezTo>
                  <a:cubicBezTo>
                    <a:pt x="7710" y="11749"/>
                    <a:pt x="7510" y="11639"/>
                    <a:pt x="7310" y="11519"/>
                  </a:cubicBezTo>
                  <a:close/>
                  <a:moveTo>
                    <a:pt x="12409" y="13019"/>
                  </a:moveTo>
                  <a:lnTo>
                    <a:pt x="12409" y="14689"/>
                  </a:lnTo>
                  <a:cubicBezTo>
                    <a:pt x="12609" y="14619"/>
                    <a:pt x="12799" y="14539"/>
                    <a:pt x="12999" y="14449"/>
                  </a:cubicBezTo>
                  <a:lnTo>
                    <a:pt x="12999" y="13029"/>
                  </a:lnTo>
                  <a:lnTo>
                    <a:pt x="12859" y="13029"/>
                  </a:lnTo>
                  <a:cubicBezTo>
                    <a:pt x="12709" y="13029"/>
                    <a:pt x="12559" y="13029"/>
                    <a:pt x="12409" y="130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2" name="Google Shape;212;p28"/>
          <p:cNvSpPr/>
          <p:nvPr/>
        </p:nvSpPr>
        <p:spPr>
          <a:xfrm>
            <a:off x="6187800" y="-664763"/>
            <a:ext cx="3124600" cy="1823200"/>
          </a:xfrm>
          <a:custGeom>
            <a:avLst/>
            <a:gdLst/>
            <a:ahLst/>
            <a:cxnLst/>
            <a:rect l="l" t="t" r="r" b="b"/>
            <a:pathLst>
              <a:path w="124984" h="72928" extrusionOk="0">
                <a:moveTo>
                  <a:pt x="0" y="5801"/>
                </a:moveTo>
                <a:cubicBezTo>
                  <a:pt x="5984" y="5629"/>
                  <a:pt x="20827" y="-6338"/>
                  <a:pt x="35901" y="4766"/>
                </a:cubicBezTo>
                <a:cubicBezTo>
                  <a:pt x="50975" y="15870"/>
                  <a:pt x="76060" y="67247"/>
                  <a:pt x="90443" y="72425"/>
                </a:cubicBezTo>
                <a:cubicBezTo>
                  <a:pt x="104826" y="77603"/>
                  <a:pt x="116735" y="40379"/>
                  <a:pt x="122201" y="35834"/>
                </a:cubicBezTo>
                <a:cubicBezTo>
                  <a:pt x="127667" y="31289"/>
                  <a:pt x="123064" y="43601"/>
                  <a:pt x="123237" y="45154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13" name="Google Shape;213;p28"/>
          <p:cNvGrpSpPr/>
          <p:nvPr/>
        </p:nvGrpSpPr>
        <p:grpSpPr>
          <a:xfrm rot="-1737990">
            <a:off x="8048683" y="610135"/>
            <a:ext cx="750642" cy="750683"/>
            <a:chOff x="5866975" y="1985425"/>
            <a:chExt cx="464225" cy="464250"/>
          </a:xfrm>
        </p:grpSpPr>
        <p:sp>
          <p:nvSpPr>
            <p:cNvPr id="214" name="Google Shape;214;p28"/>
            <p:cNvSpPr/>
            <p:nvPr/>
          </p:nvSpPr>
          <p:spPr>
            <a:xfrm>
              <a:off x="5866975" y="1985425"/>
              <a:ext cx="464225" cy="464250"/>
            </a:xfrm>
            <a:custGeom>
              <a:avLst/>
              <a:gdLst/>
              <a:ahLst/>
              <a:cxnLst/>
              <a:rect l="l" t="t" r="r" b="b"/>
              <a:pathLst>
                <a:path w="18569" h="18570" extrusionOk="0">
                  <a:moveTo>
                    <a:pt x="9290" y="1"/>
                  </a:moveTo>
                  <a:cubicBezTo>
                    <a:pt x="6590" y="1"/>
                    <a:pt x="4160" y="1151"/>
                    <a:pt x="2470" y="2991"/>
                  </a:cubicBezTo>
                  <a:cubicBezTo>
                    <a:pt x="2290" y="3180"/>
                    <a:pt x="2120" y="3380"/>
                    <a:pt x="1960" y="3580"/>
                  </a:cubicBezTo>
                  <a:cubicBezTo>
                    <a:pt x="740" y="5151"/>
                    <a:pt x="0" y="7130"/>
                    <a:pt x="0" y="9280"/>
                  </a:cubicBezTo>
                  <a:lnTo>
                    <a:pt x="0" y="9310"/>
                  </a:lnTo>
                  <a:cubicBezTo>
                    <a:pt x="0" y="9500"/>
                    <a:pt x="11" y="9700"/>
                    <a:pt x="31" y="9900"/>
                  </a:cubicBezTo>
                  <a:cubicBezTo>
                    <a:pt x="171" y="12110"/>
                    <a:pt x="1090" y="14110"/>
                    <a:pt x="2510" y="15619"/>
                  </a:cubicBezTo>
                  <a:cubicBezTo>
                    <a:pt x="2700" y="15829"/>
                    <a:pt x="2900" y="16029"/>
                    <a:pt x="3120" y="16219"/>
                  </a:cubicBezTo>
                  <a:cubicBezTo>
                    <a:pt x="4760" y="17679"/>
                    <a:pt x="6919" y="18569"/>
                    <a:pt x="9290" y="18569"/>
                  </a:cubicBezTo>
                  <a:cubicBezTo>
                    <a:pt x="10379" y="18569"/>
                    <a:pt x="11429" y="18379"/>
                    <a:pt x="12409" y="18029"/>
                  </a:cubicBezTo>
                  <a:cubicBezTo>
                    <a:pt x="12609" y="17959"/>
                    <a:pt x="12799" y="17879"/>
                    <a:pt x="12999" y="17789"/>
                  </a:cubicBezTo>
                  <a:cubicBezTo>
                    <a:pt x="14549" y="17119"/>
                    <a:pt x="15869" y="16029"/>
                    <a:pt x="16838" y="14670"/>
                  </a:cubicBezTo>
                  <a:cubicBezTo>
                    <a:pt x="16958" y="14510"/>
                    <a:pt x="17069" y="14350"/>
                    <a:pt x="17178" y="14179"/>
                  </a:cubicBezTo>
                  <a:cubicBezTo>
                    <a:pt x="17958" y="12919"/>
                    <a:pt x="18449" y="11459"/>
                    <a:pt x="18549" y="9900"/>
                  </a:cubicBezTo>
                  <a:cubicBezTo>
                    <a:pt x="18558" y="9700"/>
                    <a:pt x="18569" y="9500"/>
                    <a:pt x="18569" y="9310"/>
                  </a:cubicBezTo>
                  <a:lnTo>
                    <a:pt x="18569" y="9280"/>
                  </a:lnTo>
                  <a:cubicBezTo>
                    <a:pt x="18569" y="7670"/>
                    <a:pt x="18158" y="6150"/>
                    <a:pt x="17429" y="4831"/>
                  </a:cubicBezTo>
                  <a:cubicBezTo>
                    <a:pt x="17329" y="4651"/>
                    <a:pt x="17229" y="4480"/>
                    <a:pt x="17118" y="4311"/>
                  </a:cubicBezTo>
                  <a:cubicBezTo>
                    <a:pt x="16138" y="2760"/>
                    <a:pt x="14699" y="1521"/>
                    <a:pt x="12999" y="781"/>
                  </a:cubicBezTo>
                  <a:cubicBezTo>
                    <a:pt x="12799" y="691"/>
                    <a:pt x="12609" y="611"/>
                    <a:pt x="12409" y="541"/>
                  </a:cubicBezTo>
                  <a:cubicBezTo>
                    <a:pt x="11429" y="191"/>
                    <a:pt x="10379" y="1"/>
                    <a:pt x="9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5866975" y="1998925"/>
              <a:ext cx="464225" cy="437250"/>
            </a:xfrm>
            <a:custGeom>
              <a:avLst/>
              <a:gdLst/>
              <a:ahLst/>
              <a:cxnLst/>
              <a:rect l="l" t="t" r="r" b="b"/>
              <a:pathLst>
                <a:path w="18569" h="17490" extrusionOk="0">
                  <a:moveTo>
                    <a:pt x="12409" y="1"/>
                  </a:moveTo>
                  <a:lnTo>
                    <a:pt x="12409" y="8770"/>
                  </a:lnTo>
                  <a:lnTo>
                    <a:pt x="10989" y="8770"/>
                  </a:lnTo>
                  <a:cubicBezTo>
                    <a:pt x="10829" y="5250"/>
                    <a:pt x="7930" y="2451"/>
                    <a:pt x="4380" y="2451"/>
                  </a:cubicBezTo>
                  <a:lnTo>
                    <a:pt x="2470" y="2451"/>
                  </a:lnTo>
                  <a:cubicBezTo>
                    <a:pt x="2290" y="2640"/>
                    <a:pt x="2120" y="2840"/>
                    <a:pt x="1960" y="3040"/>
                  </a:cubicBezTo>
                  <a:lnTo>
                    <a:pt x="4380" y="3040"/>
                  </a:lnTo>
                  <a:cubicBezTo>
                    <a:pt x="7599" y="3040"/>
                    <a:pt x="10239" y="5580"/>
                    <a:pt x="10389" y="8770"/>
                  </a:cubicBezTo>
                  <a:lnTo>
                    <a:pt x="0" y="8770"/>
                  </a:lnTo>
                  <a:cubicBezTo>
                    <a:pt x="0" y="8960"/>
                    <a:pt x="11" y="9160"/>
                    <a:pt x="31" y="9360"/>
                  </a:cubicBezTo>
                  <a:lnTo>
                    <a:pt x="10389" y="9360"/>
                  </a:lnTo>
                  <a:cubicBezTo>
                    <a:pt x="10239" y="12539"/>
                    <a:pt x="7599" y="15079"/>
                    <a:pt x="4380" y="15079"/>
                  </a:cubicBezTo>
                  <a:lnTo>
                    <a:pt x="2510" y="15079"/>
                  </a:lnTo>
                  <a:cubicBezTo>
                    <a:pt x="2700" y="15289"/>
                    <a:pt x="2900" y="15489"/>
                    <a:pt x="3120" y="15679"/>
                  </a:cubicBezTo>
                  <a:lnTo>
                    <a:pt x="4380" y="15679"/>
                  </a:lnTo>
                  <a:cubicBezTo>
                    <a:pt x="7930" y="15679"/>
                    <a:pt x="10829" y="12870"/>
                    <a:pt x="10989" y="9360"/>
                  </a:cubicBezTo>
                  <a:lnTo>
                    <a:pt x="12409" y="9360"/>
                  </a:lnTo>
                  <a:lnTo>
                    <a:pt x="12409" y="17489"/>
                  </a:lnTo>
                  <a:cubicBezTo>
                    <a:pt x="12609" y="17419"/>
                    <a:pt x="12799" y="17339"/>
                    <a:pt x="12999" y="17249"/>
                  </a:cubicBezTo>
                  <a:lnTo>
                    <a:pt x="12999" y="9360"/>
                  </a:lnTo>
                  <a:lnTo>
                    <a:pt x="14479" y="9360"/>
                  </a:lnTo>
                  <a:cubicBezTo>
                    <a:pt x="14559" y="11270"/>
                    <a:pt x="15469" y="12979"/>
                    <a:pt x="16838" y="14130"/>
                  </a:cubicBezTo>
                  <a:cubicBezTo>
                    <a:pt x="16958" y="13970"/>
                    <a:pt x="17069" y="13810"/>
                    <a:pt x="17178" y="13639"/>
                  </a:cubicBezTo>
                  <a:cubicBezTo>
                    <a:pt x="15958" y="12590"/>
                    <a:pt x="15158" y="11070"/>
                    <a:pt x="15069" y="9360"/>
                  </a:cubicBezTo>
                  <a:lnTo>
                    <a:pt x="18549" y="9360"/>
                  </a:lnTo>
                  <a:cubicBezTo>
                    <a:pt x="18558" y="9160"/>
                    <a:pt x="18569" y="8960"/>
                    <a:pt x="18569" y="8770"/>
                  </a:cubicBezTo>
                  <a:lnTo>
                    <a:pt x="15069" y="8770"/>
                  </a:lnTo>
                  <a:cubicBezTo>
                    <a:pt x="15158" y="6940"/>
                    <a:pt x="16069" y="5330"/>
                    <a:pt x="17429" y="4291"/>
                  </a:cubicBezTo>
                  <a:cubicBezTo>
                    <a:pt x="17329" y="4111"/>
                    <a:pt x="17229" y="3940"/>
                    <a:pt x="17118" y="3771"/>
                  </a:cubicBezTo>
                  <a:cubicBezTo>
                    <a:pt x="15589" y="4920"/>
                    <a:pt x="14569" y="6730"/>
                    <a:pt x="14479" y="8770"/>
                  </a:cubicBezTo>
                  <a:lnTo>
                    <a:pt x="12999" y="8770"/>
                  </a:lnTo>
                  <a:lnTo>
                    <a:pt x="12999" y="241"/>
                  </a:lnTo>
                  <a:cubicBezTo>
                    <a:pt x="12799" y="151"/>
                    <a:pt x="12609" y="71"/>
                    <a:pt x="124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6192200" y="2429650"/>
              <a:ext cx="1250" cy="525"/>
            </a:xfrm>
            <a:custGeom>
              <a:avLst/>
              <a:gdLst/>
              <a:ahLst/>
              <a:cxnLst/>
              <a:rect l="l" t="t" r="r" b="b"/>
              <a:pathLst>
                <a:path w="50" h="21" extrusionOk="0">
                  <a:moveTo>
                    <a:pt x="0" y="20"/>
                  </a:moveTo>
                  <a:lnTo>
                    <a:pt x="0" y="20"/>
                  </a:lnTo>
                  <a:lnTo>
                    <a:pt x="0" y="20"/>
                  </a:lnTo>
                  <a:close/>
                  <a:moveTo>
                    <a:pt x="10" y="10"/>
                  </a:moveTo>
                  <a:lnTo>
                    <a:pt x="10" y="20"/>
                  </a:lnTo>
                  <a:lnTo>
                    <a:pt x="10" y="10"/>
                  </a:lnTo>
                  <a:close/>
                  <a:moveTo>
                    <a:pt x="50" y="0"/>
                  </a:moveTo>
                  <a:lnTo>
                    <a:pt x="50" y="0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5866975" y="2074925"/>
              <a:ext cx="392475" cy="374750"/>
            </a:xfrm>
            <a:custGeom>
              <a:avLst/>
              <a:gdLst/>
              <a:ahLst/>
              <a:cxnLst/>
              <a:rect l="l" t="t" r="r" b="b"/>
              <a:pathLst>
                <a:path w="15699" h="14990" extrusionOk="0">
                  <a:moveTo>
                    <a:pt x="1960" y="0"/>
                  </a:moveTo>
                  <a:cubicBezTo>
                    <a:pt x="740" y="1571"/>
                    <a:pt x="0" y="3550"/>
                    <a:pt x="0" y="5700"/>
                  </a:cubicBezTo>
                  <a:lnTo>
                    <a:pt x="0" y="5730"/>
                  </a:lnTo>
                  <a:lnTo>
                    <a:pt x="2650" y="5730"/>
                  </a:lnTo>
                  <a:cubicBezTo>
                    <a:pt x="2280" y="4750"/>
                    <a:pt x="2050" y="3700"/>
                    <a:pt x="1980" y="2610"/>
                  </a:cubicBezTo>
                  <a:cubicBezTo>
                    <a:pt x="1960" y="2380"/>
                    <a:pt x="1950" y="2140"/>
                    <a:pt x="1950" y="1910"/>
                  </a:cubicBezTo>
                  <a:lnTo>
                    <a:pt x="1950" y="1890"/>
                  </a:lnTo>
                  <a:cubicBezTo>
                    <a:pt x="1950" y="1240"/>
                    <a:pt x="2010" y="611"/>
                    <a:pt x="2120" y="0"/>
                  </a:cubicBezTo>
                  <a:close/>
                  <a:moveTo>
                    <a:pt x="31" y="6320"/>
                  </a:moveTo>
                  <a:cubicBezTo>
                    <a:pt x="171" y="8530"/>
                    <a:pt x="1090" y="10530"/>
                    <a:pt x="2510" y="12039"/>
                  </a:cubicBezTo>
                  <a:lnTo>
                    <a:pt x="4380" y="12039"/>
                  </a:lnTo>
                  <a:cubicBezTo>
                    <a:pt x="5440" y="12039"/>
                    <a:pt x="6439" y="11769"/>
                    <a:pt x="7310" y="11279"/>
                  </a:cubicBezTo>
                  <a:cubicBezTo>
                    <a:pt x="6699" y="10919"/>
                    <a:pt x="6130" y="10499"/>
                    <a:pt x="5610" y="10030"/>
                  </a:cubicBezTo>
                  <a:cubicBezTo>
                    <a:pt x="5360" y="9810"/>
                    <a:pt x="5120" y="9579"/>
                    <a:pt x="4890" y="9339"/>
                  </a:cubicBezTo>
                  <a:cubicBezTo>
                    <a:pt x="4070" y="8459"/>
                    <a:pt x="3390" y="7440"/>
                    <a:pt x="2890" y="6320"/>
                  </a:cubicBezTo>
                  <a:close/>
                  <a:moveTo>
                    <a:pt x="15698" y="12419"/>
                  </a:moveTo>
                  <a:lnTo>
                    <a:pt x="15698" y="12419"/>
                  </a:lnTo>
                  <a:cubicBezTo>
                    <a:pt x="14829" y="12649"/>
                    <a:pt x="13929" y="12779"/>
                    <a:pt x="12999" y="12789"/>
                  </a:cubicBezTo>
                  <a:lnTo>
                    <a:pt x="12999" y="14209"/>
                  </a:lnTo>
                  <a:lnTo>
                    <a:pt x="13019" y="14209"/>
                  </a:lnTo>
                  <a:lnTo>
                    <a:pt x="13019" y="14199"/>
                  </a:lnTo>
                  <a:cubicBezTo>
                    <a:pt x="13039" y="14199"/>
                    <a:pt x="13049" y="14189"/>
                    <a:pt x="13059" y="14189"/>
                  </a:cubicBezTo>
                  <a:cubicBezTo>
                    <a:pt x="14039" y="13749"/>
                    <a:pt x="14929" y="13149"/>
                    <a:pt x="15698" y="12419"/>
                  </a:cubicBezTo>
                  <a:close/>
                  <a:moveTo>
                    <a:pt x="7919" y="11609"/>
                  </a:moveTo>
                  <a:cubicBezTo>
                    <a:pt x="6890" y="12259"/>
                    <a:pt x="5680" y="12639"/>
                    <a:pt x="4380" y="12639"/>
                  </a:cubicBezTo>
                  <a:lnTo>
                    <a:pt x="3120" y="12639"/>
                  </a:lnTo>
                  <a:cubicBezTo>
                    <a:pt x="4760" y="14099"/>
                    <a:pt x="6919" y="14989"/>
                    <a:pt x="9290" y="14989"/>
                  </a:cubicBezTo>
                  <a:cubicBezTo>
                    <a:pt x="10379" y="14989"/>
                    <a:pt x="11429" y="14799"/>
                    <a:pt x="12409" y="14449"/>
                  </a:cubicBezTo>
                  <a:lnTo>
                    <a:pt x="12409" y="12779"/>
                  </a:lnTo>
                  <a:cubicBezTo>
                    <a:pt x="10789" y="12719"/>
                    <a:pt x="9270" y="12299"/>
                    <a:pt x="7919" y="116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8"/>
            <p:cNvSpPr/>
            <p:nvPr/>
          </p:nvSpPr>
          <p:spPr>
            <a:xfrm>
              <a:off x="5866975" y="2068925"/>
              <a:ext cx="324975" cy="367250"/>
            </a:xfrm>
            <a:custGeom>
              <a:avLst/>
              <a:gdLst/>
              <a:ahLst/>
              <a:cxnLst/>
              <a:rect l="l" t="t" r="r" b="b"/>
              <a:pathLst>
                <a:path w="12999" h="14690" extrusionOk="0">
                  <a:moveTo>
                    <a:pt x="2160" y="0"/>
                  </a:moveTo>
                  <a:lnTo>
                    <a:pt x="2160" y="0"/>
                  </a:lnTo>
                  <a:cubicBezTo>
                    <a:pt x="2090" y="80"/>
                    <a:pt x="2030" y="160"/>
                    <a:pt x="1960" y="240"/>
                  </a:cubicBezTo>
                  <a:lnTo>
                    <a:pt x="2120" y="240"/>
                  </a:lnTo>
                  <a:cubicBezTo>
                    <a:pt x="2130" y="160"/>
                    <a:pt x="2150" y="80"/>
                    <a:pt x="2160" y="0"/>
                  </a:cubicBezTo>
                  <a:close/>
                  <a:moveTo>
                    <a:pt x="0" y="5970"/>
                  </a:moveTo>
                  <a:cubicBezTo>
                    <a:pt x="0" y="6160"/>
                    <a:pt x="11" y="6360"/>
                    <a:pt x="31" y="6560"/>
                  </a:cubicBezTo>
                  <a:lnTo>
                    <a:pt x="2890" y="6560"/>
                  </a:lnTo>
                  <a:cubicBezTo>
                    <a:pt x="2800" y="6360"/>
                    <a:pt x="2720" y="6170"/>
                    <a:pt x="2650" y="5970"/>
                  </a:cubicBezTo>
                  <a:close/>
                  <a:moveTo>
                    <a:pt x="7310" y="11519"/>
                  </a:moveTo>
                  <a:cubicBezTo>
                    <a:pt x="6439" y="12009"/>
                    <a:pt x="5440" y="12279"/>
                    <a:pt x="4380" y="12279"/>
                  </a:cubicBezTo>
                  <a:lnTo>
                    <a:pt x="2510" y="12279"/>
                  </a:lnTo>
                  <a:cubicBezTo>
                    <a:pt x="2700" y="12489"/>
                    <a:pt x="2900" y="12689"/>
                    <a:pt x="3120" y="12879"/>
                  </a:cubicBezTo>
                  <a:lnTo>
                    <a:pt x="4380" y="12879"/>
                  </a:lnTo>
                  <a:cubicBezTo>
                    <a:pt x="5680" y="12879"/>
                    <a:pt x="6890" y="12499"/>
                    <a:pt x="7919" y="11849"/>
                  </a:cubicBezTo>
                  <a:cubicBezTo>
                    <a:pt x="7710" y="11749"/>
                    <a:pt x="7510" y="11639"/>
                    <a:pt x="7310" y="11519"/>
                  </a:cubicBezTo>
                  <a:close/>
                  <a:moveTo>
                    <a:pt x="12409" y="13019"/>
                  </a:moveTo>
                  <a:lnTo>
                    <a:pt x="12409" y="14689"/>
                  </a:lnTo>
                  <a:cubicBezTo>
                    <a:pt x="12609" y="14619"/>
                    <a:pt x="12799" y="14539"/>
                    <a:pt x="12999" y="14449"/>
                  </a:cubicBezTo>
                  <a:lnTo>
                    <a:pt x="12999" y="13029"/>
                  </a:lnTo>
                  <a:lnTo>
                    <a:pt x="12859" y="13029"/>
                  </a:lnTo>
                  <a:cubicBezTo>
                    <a:pt x="12709" y="13029"/>
                    <a:pt x="12559" y="13029"/>
                    <a:pt x="12409" y="130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75E7216-CDCA-5587-52C9-85E7E7919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41" y="3869914"/>
            <a:ext cx="914400" cy="91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B21E88-EEFD-66BB-22E5-F3DA1E04A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34" y="2028039"/>
            <a:ext cx="9144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FD4BEC-674B-1931-05A9-69E10737DC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34" y="1090456"/>
            <a:ext cx="914400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648858-67DD-E33F-0092-A9A9EF0D7A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487" y="2952048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30"/>
          <p:cNvGrpSpPr/>
          <p:nvPr/>
        </p:nvGrpSpPr>
        <p:grpSpPr>
          <a:xfrm rot="2441596">
            <a:off x="8900783" y="2647266"/>
            <a:ext cx="542354" cy="542354"/>
            <a:chOff x="-287090" y="2362518"/>
            <a:chExt cx="542361" cy="542361"/>
          </a:xfrm>
        </p:grpSpPr>
        <p:sp>
          <p:nvSpPr>
            <p:cNvPr id="255" name="Google Shape;255;p30"/>
            <p:cNvSpPr/>
            <p:nvPr/>
          </p:nvSpPr>
          <p:spPr>
            <a:xfrm rot="-1532296">
              <a:off x="-219282" y="2430325"/>
              <a:ext cx="406747" cy="406747"/>
            </a:xfrm>
            <a:custGeom>
              <a:avLst/>
              <a:gdLst/>
              <a:ahLst/>
              <a:cxnLst/>
              <a:rect l="l" t="t" r="r" b="b"/>
              <a:pathLst>
                <a:path w="7931" h="7931" extrusionOk="0">
                  <a:moveTo>
                    <a:pt x="3960" y="1"/>
                  </a:moveTo>
                  <a:cubicBezTo>
                    <a:pt x="2800" y="1"/>
                    <a:pt x="1751" y="511"/>
                    <a:pt x="1031" y="1311"/>
                  </a:cubicBezTo>
                  <a:cubicBezTo>
                    <a:pt x="901" y="1451"/>
                    <a:pt x="781" y="1601"/>
                    <a:pt x="671" y="1761"/>
                  </a:cubicBezTo>
                  <a:cubicBezTo>
                    <a:pt x="251" y="2391"/>
                    <a:pt x="1" y="3151"/>
                    <a:pt x="1" y="3960"/>
                  </a:cubicBezTo>
                  <a:cubicBezTo>
                    <a:pt x="1" y="4891"/>
                    <a:pt x="321" y="5731"/>
                    <a:pt x="841" y="6400"/>
                  </a:cubicBezTo>
                  <a:cubicBezTo>
                    <a:pt x="971" y="6560"/>
                    <a:pt x="1101" y="6710"/>
                    <a:pt x="1251" y="6850"/>
                  </a:cubicBezTo>
                  <a:cubicBezTo>
                    <a:pt x="1960" y="7520"/>
                    <a:pt x="2911" y="7930"/>
                    <a:pt x="3960" y="7930"/>
                  </a:cubicBezTo>
                  <a:cubicBezTo>
                    <a:pt x="5250" y="7930"/>
                    <a:pt x="6400" y="7310"/>
                    <a:pt x="7120" y="6360"/>
                  </a:cubicBezTo>
                  <a:cubicBezTo>
                    <a:pt x="7210" y="6240"/>
                    <a:pt x="7290" y="6120"/>
                    <a:pt x="7370" y="5991"/>
                  </a:cubicBezTo>
                  <a:cubicBezTo>
                    <a:pt x="7720" y="5400"/>
                    <a:pt x="7930" y="4700"/>
                    <a:pt x="7930" y="3960"/>
                  </a:cubicBezTo>
                  <a:cubicBezTo>
                    <a:pt x="7930" y="3291"/>
                    <a:pt x="7760" y="2660"/>
                    <a:pt x="7460" y="2111"/>
                  </a:cubicBezTo>
                  <a:cubicBezTo>
                    <a:pt x="7390" y="1981"/>
                    <a:pt x="7320" y="1851"/>
                    <a:pt x="7230" y="1731"/>
                  </a:cubicBezTo>
                  <a:cubicBezTo>
                    <a:pt x="6520" y="691"/>
                    <a:pt x="5320" y="1"/>
                    <a:pt x="39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0"/>
            <p:cNvSpPr/>
            <p:nvPr/>
          </p:nvSpPr>
          <p:spPr>
            <a:xfrm rot="-1532296">
              <a:off x="-176079" y="2524730"/>
              <a:ext cx="209297" cy="284123"/>
            </a:xfrm>
            <a:custGeom>
              <a:avLst/>
              <a:gdLst/>
              <a:ahLst/>
              <a:cxnLst/>
              <a:rect l="l" t="t" r="r" b="b"/>
              <a:pathLst>
                <a:path w="4081" h="5540" extrusionOk="0">
                  <a:moveTo>
                    <a:pt x="361" y="0"/>
                  </a:moveTo>
                  <a:cubicBezTo>
                    <a:pt x="231" y="140"/>
                    <a:pt x="111" y="290"/>
                    <a:pt x="1" y="450"/>
                  </a:cubicBezTo>
                  <a:cubicBezTo>
                    <a:pt x="41" y="440"/>
                    <a:pt x="71" y="440"/>
                    <a:pt x="111" y="440"/>
                  </a:cubicBezTo>
                  <a:lnTo>
                    <a:pt x="1310" y="440"/>
                  </a:lnTo>
                  <a:cubicBezTo>
                    <a:pt x="2590" y="440"/>
                    <a:pt x="3641" y="1489"/>
                    <a:pt x="3641" y="2769"/>
                  </a:cubicBezTo>
                  <a:cubicBezTo>
                    <a:pt x="3641" y="4049"/>
                    <a:pt x="2590" y="5089"/>
                    <a:pt x="1310" y="5089"/>
                  </a:cubicBezTo>
                  <a:lnTo>
                    <a:pt x="171" y="5089"/>
                  </a:lnTo>
                  <a:cubicBezTo>
                    <a:pt x="301" y="5249"/>
                    <a:pt x="431" y="5399"/>
                    <a:pt x="581" y="5539"/>
                  </a:cubicBezTo>
                  <a:lnTo>
                    <a:pt x="1310" y="5539"/>
                  </a:lnTo>
                  <a:cubicBezTo>
                    <a:pt x="2841" y="5539"/>
                    <a:pt x="4081" y="4300"/>
                    <a:pt x="4081" y="2769"/>
                  </a:cubicBezTo>
                  <a:cubicBezTo>
                    <a:pt x="4081" y="1240"/>
                    <a:pt x="2841" y="0"/>
                    <a:pt x="13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0"/>
            <p:cNvSpPr/>
            <p:nvPr/>
          </p:nvSpPr>
          <p:spPr>
            <a:xfrm rot="-1532296">
              <a:off x="72397" y="2458421"/>
              <a:ext cx="79031" cy="237504"/>
            </a:xfrm>
            <a:custGeom>
              <a:avLst/>
              <a:gdLst/>
              <a:ahLst/>
              <a:cxnLst/>
              <a:rect l="l" t="t" r="r" b="b"/>
              <a:pathLst>
                <a:path w="1541" h="4631" extrusionOk="0">
                  <a:moveTo>
                    <a:pt x="1311" y="1"/>
                  </a:moveTo>
                  <a:cubicBezTo>
                    <a:pt x="531" y="491"/>
                    <a:pt x="1" y="1361"/>
                    <a:pt x="1" y="2350"/>
                  </a:cubicBezTo>
                  <a:cubicBezTo>
                    <a:pt x="1" y="3290"/>
                    <a:pt x="481" y="4130"/>
                    <a:pt x="1201" y="4630"/>
                  </a:cubicBezTo>
                  <a:cubicBezTo>
                    <a:pt x="1291" y="4510"/>
                    <a:pt x="1371" y="4390"/>
                    <a:pt x="1451" y="4261"/>
                  </a:cubicBezTo>
                  <a:cubicBezTo>
                    <a:pt x="851" y="3841"/>
                    <a:pt x="451" y="3141"/>
                    <a:pt x="451" y="2350"/>
                  </a:cubicBezTo>
                  <a:cubicBezTo>
                    <a:pt x="451" y="1521"/>
                    <a:pt x="891" y="790"/>
                    <a:pt x="1541" y="381"/>
                  </a:cubicBezTo>
                  <a:cubicBezTo>
                    <a:pt x="1471" y="251"/>
                    <a:pt x="1401" y="121"/>
                    <a:pt x="1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0"/>
            <p:cNvSpPr/>
            <p:nvPr/>
          </p:nvSpPr>
          <p:spPr>
            <a:xfrm rot="-1532296">
              <a:off x="-195165" y="2536744"/>
              <a:ext cx="207246" cy="340076"/>
            </a:xfrm>
            <a:custGeom>
              <a:avLst/>
              <a:gdLst/>
              <a:ahLst/>
              <a:cxnLst/>
              <a:rect l="l" t="t" r="r" b="b"/>
              <a:pathLst>
                <a:path w="4041" h="6631" extrusionOk="0">
                  <a:moveTo>
                    <a:pt x="3971" y="6630"/>
                  </a:moveTo>
                  <a:lnTo>
                    <a:pt x="3960" y="6630"/>
                  </a:lnTo>
                  <a:lnTo>
                    <a:pt x="3971" y="6630"/>
                  </a:lnTo>
                  <a:close/>
                  <a:moveTo>
                    <a:pt x="3980" y="6630"/>
                  </a:moveTo>
                  <a:lnTo>
                    <a:pt x="3971" y="6630"/>
                  </a:lnTo>
                  <a:lnTo>
                    <a:pt x="3980" y="6630"/>
                  </a:lnTo>
                  <a:close/>
                  <a:moveTo>
                    <a:pt x="3991" y="6630"/>
                  </a:moveTo>
                  <a:lnTo>
                    <a:pt x="3980" y="6630"/>
                  </a:lnTo>
                  <a:lnTo>
                    <a:pt x="3991" y="6630"/>
                  </a:lnTo>
                  <a:close/>
                  <a:moveTo>
                    <a:pt x="3991" y="6630"/>
                  </a:moveTo>
                  <a:lnTo>
                    <a:pt x="3991" y="6630"/>
                  </a:lnTo>
                  <a:lnTo>
                    <a:pt x="3991" y="6630"/>
                  </a:lnTo>
                  <a:close/>
                  <a:moveTo>
                    <a:pt x="4000" y="6630"/>
                  </a:moveTo>
                  <a:lnTo>
                    <a:pt x="4000" y="6630"/>
                  </a:lnTo>
                  <a:lnTo>
                    <a:pt x="4000" y="6630"/>
                  </a:lnTo>
                  <a:close/>
                  <a:moveTo>
                    <a:pt x="4011" y="6630"/>
                  </a:moveTo>
                  <a:lnTo>
                    <a:pt x="4000" y="6630"/>
                  </a:lnTo>
                  <a:lnTo>
                    <a:pt x="4011" y="6630"/>
                  </a:lnTo>
                  <a:close/>
                  <a:moveTo>
                    <a:pt x="4020" y="6630"/>
                  </a:moveTo>
                  <a:lnTo>
                    <a:pt x="4020" y="6630"/>
                  </a:lnTo>
                  <a:lnTo>
                    <a:pt x="4020" y="6630"/>
                  </a:lnTo>
                  <a:close/>
                  <a:moveTo>
                    <a:pt x="4031" y="6620"/>
                  </a:moveTo>
                  <a:lnTo>
                    <a:pt x="4031" y="6630"/>
                  </a:lnTo>
                  <a:lnTo>
                    <a:pt x="4031" y="6620"/>
                  </a:lnTo>
                  <a:close/>
                  <a:moveTo>
                    <a:pt x="4040" y="6620"/>
                  </a:moveTo>
                  <a:lnTo>
                    <a:pt x="4031" y="6620"/>
                  </a:lnTo>
                  <a:lnTo>
                    <a:pt x="4040" y="6620"/>
                  </a:lnTo>
                  <a:close/>
                  <a:moveTo>
                    <a:pt x="4040" y="6620"/>
                  </a:moveTo>
                  <a:lnTo>
                    <a:pt x="4040" y="6620"/>
                  </a:lnTo>
                  <a:lnTo>
                    <a:pt x="4040" y="6620"/>
                  </a:lnTo>
                  <a:close/>
                  <a:moveTo>
                    <a:pt x="1031" y="1"/>
                  </a:moveTo>
                  <a:lnTo>
                    <a:pt x="1031" y="11"/>
                  </a:lnTo>
                  <a:cubicBezTo>
                    <a:pt x="901" y="151"/>
                    <a:pt x="781" y="301"/>
                    <a:pt x="671" y="461"/>
                  </a:cubicBezTo>
                  <a:cubicBezTo>
                    <a:pt x="251" y="1091"/>
                    <a:pt x="1" y="1851"/>
                    <a:pt x="1" y="2660"/>
                  </a:cubicBezTo>
                  <a:lnTo>
                    <a:pt x="1" y="2660"/>
                  </a:lnTo>
                  <a:cubicBezTo>
                    <a:pt x="1" y="1851"/>
                    <a:pt x="251" y="1091"/>
                    <a:pt x="671" y="461"/>
                  </a:cubicBezTo>
                  <a:lnTo>
                    <a:pt x="671" y="461"/>
                  </a:lnTo>
                  <a:lnTo>
                    <a:pt x="671" y="461"/>
                  </a:lnTo>
                  <a:cubicBezTo>
                    <a:pt x="781" y="301"/>
                    <a:pt x="901" y="151"/>
                    <a:pt x="1031" y="11"/>
                  </a:cubicBezTo>
                  <a:lnTo>
                    <a:pt x="1031" y="11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0"/>
            <p:cNvSpPr/>
            <p:nvPr/>
          </p:nvSpPr>
          <p:spPr>
            <a:xfrm rot="-1532296">
              <a:off x="-204929" y="2493660"/>
              <a:ext cx="348281" cy="353410"/>
            </a:xfrm>
            <a:custGeom>
              <a:avLst/>
              <a:gdLst/>
              <a:ahLst/>
              <a:cxnLst/>
              <a:rect l="l" t="t" r="r" b="b"/>
              <a:pathLst>
                <a:path w="6791" h="6891" extrusionOk="0">
                  <a:moveTo>
                    <a:pt x="1300" y="1"/>
                  </a:moveTo>
                  <a:lnTo>
                    <a:pt x="1300" y="1"/>
                  </a:lnTo>
                  <a:cubicBezTo>
                    <a:pt x="1200" y="81"/>
                    <a:pt x="1111" y="171"/>
                    <a:pt x="1031" y="261"/>
                  </a:cubicBezTo>
                  <a:lnTo>
                    <a:pt x="1031" y="271"/>
                  </a:lnTo>
                  <a:lnTo>
                    <a:pt x="1271" y="271"/>
                  </a:lnTo>
                  <a:lnTo>
                    <a:pt x="1300" y="1"/>
                  </a:lnTo>
                  <a:close/>
                  <a:moveTo>
                    <a:pt x="781" y="711"/>
                  </a:moveTo>
                  <a:cubicBezTo>
                    <a:pt x="741" y="711"/>
                    <a:pt x="711" y="711"/>
                    <a:pt x="671" y="721"/>
                  </a:cubicBezTo>
                  <a:cubicBezTo>
                    <a:pt x="251" y="1351"/>
                    <a:pt x="1" y="2111"/>
                    <a:pt x="1" y="2920"/>
                  </a:cubicBezTo>
                  <a:cubicBezTo>
                    <a:pt x="1" y="3851"/>
                    <a:pt x="321" y="4691"/>
                    <a:pt x="841" y="5360"/>
                  </a:cubicBezTo>
                  <a:lnTo>
                    <a:pt x="1980" y="5360"/>
                  </a:lnTo>
                  <a:cubicBezTo>
                    <a:pt x="2560" y="5360"/>
                    <a:pt x="3100" y="5150"/>
                    <a:pt x="3511" y="4791"/>
                  </a:cubicBezTo>
                  <a:cubicBezTo>
                    <a:pt x="3291" y="4640"/>
                    <a:pt x="3091" y="4480"/>
                    <a:pt x="2900" y="4300"/>
                  </a:cubicBezTo>
                  <a:cubicBezTo>
                    <a:pt x="2711" y="4120"/>
                    <a:pt x="2531" y="3931"/>
                    <a:pt x="2371" y="3720"/>
                  </a:cubicBezTo>
                  <a:cubicBezTo>
                    <a:pt x="1711" y="2880"/>
                    <a:pt x="1311" y="1851"/>
                    <a:pt x="1271" y="711"/>
                  </a:cubicBezTo>
                  <a:close/>
                  <a:moveTo>
                    <a:pt x="3900" y="5040"/>
                  </a:moveTo>
                  <a:cubicBezTo>
                    <a:pt x="3400" y="5520"/>
                    <a:pt x="2720" y="5810"/>
                    <a:pt x="1980" y="5810"/>
                  </a:cubicBezTo>
                  <a:lnTo>
                    <a:pt x="1251" y="5810"/>
                  </a:lnTo>
                  <a:cubicBezTo>
                    <a:pt x="1960" y="6480"/>
                    <a:pt x="2911" y="6890"/>
                    <a:pt x="3960" y="6890"/>
                  </a:cubicBezTo>
                  <a:lnTo>
                    <a:pt x="4031" y="6890"/>
                  </a:lnTo>
                  <a:lnTo>
                    <a:pt x="4031" y="6880"/>
                  </a:lnTo>
                  <a:lnTo>
                    <a:pt x="4040" y="6880"/>
                  </a:lnTo>
                  <a:cubicBezTo>
                    <a:pt x="5120" y="6860"/>
                    <a:pt x="6090" y="6410"/>
                    <a:pt x="6790" y="5700"/>
                  </a:cubicBezTo>
                  <a:cubicBezTo>
                    <a:pt x="6680" y="5700"/>
                    <a:pt x="6560" y="5710"/>
                    <a:pt x="6450" y="5710"/>
                  </a:cubicBezTo>
                  <a:cubicBezTo>
                    <a:pt x="5520" y="5710"/>
                    <a:pt x="4651" y="5470"/>
                    <a:pt x="3900" y="504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0"/>
            <p:cNvSpPr/>
            <p:nvPr/>
          </p:nvSpPr>
          <p:spPr>
            <a:xfrm rot="-1532296">
              <a:off x="-173949" y="2534127"/>
              <a:ext cx="165704" cy="284123"/>
            </a:xfrm>
            <a:custGeom>
              <a:avLst/>
              <a:gdLst/>
              <a:ahLst/>
              <a:cxnLst/>
              <a:rect l="l" t="t" r="r" b="b"/>
              <a:pathLst>
                <a:path w="3231" h="5540" extrusionOk="0">
                  <a:moveTo>
                    <a:pt x="361" y="0"/>
                  </a:moveTo>
                  <a:cubicBezTo>
                    <a:pt x="231" y="140"/>
                    <a:pt x="111" y="290"/>
                    <a:pt x="1" y="450"/>
                  </a:cubicBezTo>
                  <a:cubicBezTo>
                    <a:pt x="41" y="440"/>
                    <a:pt x="71" y="440"/>
                    <a:pt x="111" y="440"/>
                  </a:cubicBezTo>
                  <a:lnTo>
                    <a:pt x="601" y="440"/>
                  </a:lnTo>
                  <a:lnTo>
                    <a:pt x="601" y="260"/>
                  </a:lnTo>
                  <a:lnTo>
                    <a:pt x="601" y="0"/>
                  </a:lnTo>
                  <a:close/>
                  <a:moveTo>
                    <a:pt x="2841" y="4520"/>
                  </a:moveTo>
                  <a:cubicBezTo>
                    <a:pt x="2430" y="4879"/>
                    <a:pt x="1890" y="5089"/>
                    <a:pt x="1310" y="5089"/>
                  </a:cubicBezTo>
                  <a:lnTo>
                    <a:pt x="171" y="5089"/>
                  </a:lnTo>
                  <a:cubicBezTo>
                    <a:pt x="301" y="5249"/>
                    <a:pt x="431" y="5399"/>
                    <a:pt x="581" y="5539"/>
                  </a:cubicBezTo>
                  <a:lnTo>
                    <a:pt x="1310" y="5539"/>
                  </a:lnTo>
                  <a:cubicBezTo>
                    <a:pt x="2050" y="5539"/>
                    <a:pt x="2730" y="5249"/>
                    <a:pt x="3230" y="4769"/>
                  </a:cubicBezTo>
                  <a:cubicBezTo>
                    <a:pt x="3090" y="4689"/>
                    <a:pt x="2961" y="4609"/>
                    <a:pt x="2841" y="45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" name="Google Shape;261;p30"/>
          <p:cNvGrpSpPr/>
          <p:nvPr/>
        </p:nvGrpSpPr>
        <p:grpSpPr>
          <a:xfrm rot="6833177">
            <a:off x="7878222" y="4535824"/>
            <a:ext cx="542331" cy="542331"/>
            <a:chOff x="-287090" y="2362518"/>
            <a:chExt cx="542361" cy="542361"/>
          </a:xfrm>
        </p:grpSpPr>
        <p:sp>
          <p:nvSpPr>
            <p:cNvPr id="262" name="Google Shape;262;p30"/>
            <p:cNvSpPr/>
            <p:nvPr/>
          </p:nvSpPr>
          <p:spPr>
            <a:xfrm rot="-1532296">
              <a:off x="-219282" y="2430325"/>
              <a:ext cx="406747" cy="406747"/>
            </a:xfrm>
            <a:custGeom>
              <a:avLst/>
              <a:gdLst/>
              <a:ahLst/>
              <a:cxnLst/>
              <a:rect l="l" t="t" r="r" b="b"/>
              <a:pathLst>
                <a:path w="7931" h="7931" extrusionOk="0">
                  <a:moveTo>
                    <a:pt x="3960" y="1"/>
                  </a:moveTo>
                  <a:cubicBezTo>
                    <a:pt x="2800" y="1"/>
                    <a:pt x="1751" y="511"/>
                    <a:pt x="1031" y="1311"/>
                  </a:cubicBezTo>
                  <a:cubicBezTo>
                    <a:pt x="901" y="1451"/>
                    <a:pt x="781" y="1601"/>
                    <a:pt x="671" y="1761"/>
                  </a:cubicBezTo>
                  <a:cubicBezTo>
                    <a:pt x="251" y="2391"/>
                    <a:pt x="1" y="3151"/>
                    <a:pt x="1" y="3960"/>
                  </a:cubicBezTo>
                  <a:cubicBezTo>
                    <a:pt x="1" y="4891"/>
                    <a:pt x="321" y="5731"/>
                    <a:pt x="841" y="6400"/>
                  </a:cubicBezTo>
                  <a:cubicBezTo>
                    <a:pt x="971" y="6560"/>
                    <a:pt x="1101" y="6710"/>
                    <a:pt x="1251" y="6850"/>
                  </a:cubicBezTo>
                  <a:cubicBezTo>
                    <a:pt x="1960" y="7520"/>
                    <a:pt x="2911" y="7930"/>
                    <a:pt x="3960" y="7930"/>
                  </a:cubicBezTo>
                  <a:cubicBezTo>
                    <a:pt x="5250" y="7930"/>
                    <a:pt x="6400" y="7310"/>
                    <a:pt x="7120" y="6360"/>
                  </a:cubicBezTo>
                  <a:cubicBezTo>
                    <a:pt x="7210" y="6240"/>
                    <a:pt x="7290" y="6120"/>
                    <a:pt x="7370" y="5991"/>
                  </a:cubicBezTo>
                  <a:cubicBezTo>
                    <a:pt x="7720" y="5400"/>
                    <a:pt x="7930" y="4700"/>
                    <a:pt x="7930" y="3960"/>
                  </a:cubicBezTo>
                  <a:cubicBezTo>
                    <a:pt x="7930" y="3291"/>
                    <a:pt x="7760" y="2660"/>
                    <a:pt x="7460" y="2111"/>
                  </a:cubicBezTo>
                  <a:cubicBezTo>
                    <a:pt x="7390" y="1981"/>
                    <a:pt x="7320" y="1851"/>
                    <a:pt x="7230" y="1731"/>
                  </a:cubicBezTo>
                  <a:cubicBezTo>
                    <a:pt x="6520" y="691"/>
                    <a:pt x="5320" y="1"/>
                    <a:pt x="39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0"/>
            <p:cNvSpPr/>
            <p:nvPr/>
          </p:nvSpPr>
          <p:spPr>
            <a:xfrm rot="-1532296">
              <a:off x="-176079" y="2524730"/>
              <a:ext cx="209297" cy="284123"/>
            </a:xfrm>
            <a:custGeom>
              <a:avLst/>
              <a:gdLst/>
              <a:ahLst/>
              <a:cxnLst/>
              <a:rect l="l" t="t" r="r" b="b"/>
              <a:pathLst>
                <a:path w="4081" h="5540" extrusionOk="0">
                  <a:moveTo>
                    <a:pt x="361" y="0"/>
                  </a:moveTo>
                  <a:cubicBezTo>
                    <a:pt x="231" y="140"/>
                    <a:pt x="111" y="290"/>
                    <a:pt x="1" y="450"/>
                  </a:cubicBezTo>
                  <a:cubicBezTo>
                    <a:pt x="41" y="440"/>
                    <a:pt x="71" y="440"/>
                    <a:pt x="111" y="440"/>
                  </a:cubicBezTo>
                  <a:lnTo>
                    <a:pt x="1310" y="440"/>
                  </a:lnTo>
                  <a:cubicBezTo>
                    <a:pt x="2590" y="440"/>
                    <a:pt x="3641" y="1489"/>
                    <a:pt x="3641" y="2769"/>
                  </a:cubicBezTo>
                  <a:cubicBezTo>
                    <a:pt x="3641" y="4049"/>
                    <a:pt x="2590" y="5089"/>
                    <a:pt x="1310" y="5089"/>
                  </a:cubicBezTo>
                  <a:lnTo>
                    <a:pt x="171" y="5089"/>
                  </a:lnTo>
                  <a:cubicBezTo>
                    <a:pt x="301" y="5249"/>
                    <a:pt x="431" y="5399"/>
                    <a:pt x="581" y="5539"/>
                  </a:cubicBezTo>
                  <a:lnTo>
                    <a:pt x="1310" y="5539"/>
                  </a:lnTo>
                  <a:cubicBezTo>
                    <a:pt x="2841" y="5539"/>
                    <a:pt x="4081" y="4300"/>
                    <a:pt x="4081" y="2769"/>
                  </a:cubicBezTo>
                  <a:cubicBezTo>
                    <a:pt x="4081" y="1240"/>
                    <a:pt x="2841" y="0"/>
                    <a:pt x="13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0"/>
            <p:cNvSpPr/>
            <p:nvPr/>
          </p:nvSpPr>
          <p:spPr>
            <a:xfrm rot="-1532296">
              <a:off x="72397" y="2458421"/>
              <a:ext cx="79031" cy="237504"/>
            </a:xfrm>
            <a:custGeom>
              <a:avLst/>
              <a:gdLst/>
              <a:ahLst/>
              <a:cxnLst/>
              <a:rect l="l" t="t" r="r" b="b"/>
              <a:pathLst>
                <a:path w="1541" h="4631" extrusionOk="0">
                  <a:moveTo>
                    <a:pt x="1311" y="1"/>
                  </a:moveTo>
                  <a:cubicBezTo>
                    <a:pt x="531" y="491"/>
                    <a:pt x="1" y="1361"/>
                    <a:pt x="1" y="2350"/>
                  </a:cubicBezTo>
                  <a:cubicBezTo>
                    <a:pt x="1" y="3290"/>
                    <a:pt x="481" y="4130"/>
                    <a:pt x="1201" y="4630"/>
                  </a:cubicBezTo>
                  <a:cubicBezTo>
                    <a:pt x="1291" y="4510"/>
                    <a:pt x="1371" y="4390"/>
                    <a:pt x="1451" y="4261"/>
                  </a:cubicBezTo>
                  <a:cubicBezTo>
                    <a:pt x="851" y="3841"/>
                    <a:pt x="451" y="3141"/>
                    <a:pt x="451" y="2350"/>
                  </a:cubicBezTo>
                  <a:cubicBezTo>
                    <a:pt x="451" y="1521"/>
                    <a:pt x="891" y="790"/>
                    <a:pt x="1541" y="381"/>
                  </a:cubicBezTo>
                  <a:cubicBezTo>
                    <a:pt x="1471" y="251"/>
                    <a:pt x="1401" y="121"/>
                    <a:pt x="1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0"/>
            <p:cNvSpPr/>
            <p:nvPr/>
          </p:nvSpPr>
          <p:spPr>
            <a:xfrm rot="-1532296">
              <a:off x="-195165" y="2536744"/>
              <a:ext cx="207246" cy="340076"/>
            </a:xfrm>
            <a:custGeom>
              <a:avLst/>
              <a:gdLst/>
              <a:ahLst/>
              <a:cxnLst/>
              <a:rect l="l" t="t" r="r" b="b"/>
              <a:pathLst>
                <a:path w="4041" h="6631" extrusionOk="0">
                  <a:moveTo>
                    <a:pt x="3971" y="6630"/>
                  </a:moveTo>
                  <a:lnTo>
                    <a:pt x="3960" y="6630"/>
                  </a:lnTo>
                  <a:lnTo>
                    <a:pt x="3971" y="6630"/>
                  </a:lnTo>
                  <a:close/>
                  <a:moveTo>
                    <a:pt x="3980" y="6630"/>
                  </a:moveTo>
                  <a:lnTo>
                    <a:pt x="3971" y="6630"/>
                  </a:lnTo>
                  <a:lnTo>
                    <a:pt x="3980" y="6630"/>
                  </a:lnTo>
                  <a:close/>
                  <a:moveTo>
                    <a:pt x="3991" y="6630"/>
                  </a:moveTo>
                  <a:lnTo>
                    <a:pt x="3980" y="6630"/>
                  </a:lnTo>
                  <a:lnTo>
                    <a:pt x="3991" y="6630"/>
                  </a:lnTo>
                  <a:close/>
                  <a:moveTo>
                    <a:pt x="3991" y="6630"/>
                  </a:moveTo>
                  <a:lnTo>
                    <a:pt x="3991" y="6630"/>
                  </a:lnTo>
                  <a:lnTo>
                    <a:pt x="3991" y="6630"/>
                  </a:lnTo>
                  <a:close/>
                  <a:moveTo>
                    <a:pt x="4000" y="6630"/>
                  </a:moveTo>
                  <a:lnTo>
                    <a:pt x="4000" y="6630"/>
                  </a:lnTo>
                  <a:lnTo>
                    <a:pt x="4000" y="6630"/>
                  </a:lnTo>
                  <a:close/>
                  <a:moveTo>
                    <a:pt x="4011" y="6630"/>
                  </a:moveTo>
                  <a:lnTo>
                    <a:pt x="4000" y="6630"/>
                  </a:lnTo>
                  <a:lnTo>
                    <a:pt x="4011" y="6630"/>
                  </a:lnTo>
                  <a:close/>
                  <a:moveTo>
                    <a:pt x="4020" y="6630"/>
                  </a:moveTo>
                  <a:lnTo>
                    <a:pt x="4020" y="6630"/>
                  </a:lnTo>
                  <a:lnTo>
                    <a:pt x="4020" y="6630"/>
                  </a:lnTo>
                  <a:close/>
                  <a:moveTo>
                    <a:pt x="4031" y="6620"/>
                  </a:moveTo>
                  <a:lnTo>
                    <a:pt x="4031" y="6630"/>
                  </a:lnTo>
                  <a:lnTo>
                    <a:pt x="4031" y="6620"/>
                  </a:lnTo>
                  <a:close/>
                  <a:moveTo>
                    <a:pt x="4040" y="6620"/>
                  </a:moveTo>
                  <a:lnTo>
                    <a:pt x="4031" y="6620"/>
                  </a:lnTo>
                  <a:lnTo>
                    <a:pt x="4040" y="6620"/>
                  </a:lnTo>
                  <a:close/>
                  <a:moveTo>
                    <a:pt x="4040" y="6620"/>
                  </a:moveTo>
                  <a:lnTo>
                    <a:pt x="4040" y="6620"/>
                  </a:lnTo>
                  <a:lnTo>
                    <a:pt x="4040" y="6620"/>
                  </a:lnTo>
                  <a:close/>
                  <a:moveTo>
                    <a:pt x="1031" y="1"/>
                  </a:moveTo>
                  <a:lnTo>
                    <a:pt x="1031" y="11"/>
                  </a:lnTo>
                  <a:cubicBezTo>
                    <a:pt x="901" y="151"/>
                    <a:pt x="781" y="301"/>
                    <a:pt x="671" y="461"/>
                  </a:cubicBezTo>
                  <a:cubicBezTo>
                    <a:pt x="251" y="1091"/>
                    <a:pt x="1" y="1851"/>
                    <a:pt x="1" y="2660"/>
                  </a:cubicBezTo>
                  <a:lnTo>
                    <a:pt x="1" y="2660"/>
                  </a:lnTo>
                  <a:cubicBezTo>
                    <a:pt x="1" y="1851"/>
                    <a:pt x="251" y="1091"/>
                    <a:pt x="671" y="461"/>
                  </a:cubicBezTo>
                  <a:lnTo>
                    <a:pt x="671" y="461"/>
                  </a:lnTo>
                  <a:lnTo>
                    <a:pt x="671" y="461"/>
                  </a:lnTo>
                  <a:cubicBezTo>
                    <a:pt x="781" y="301"/>
                    <a:pt x="901" y="151"/>
                    <a:pt x="1031" y="11"/>
                  </a:cubicBezTo>
                  <a:lnTo>
                    <a:pt x="1031" y="11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0"/>
            <p:cNvSpPr/>
            <p:nvPr/>
          </p:nvSpPr>
          <p:spPr>
            <a:xfrm rot="-1532296">
              <a:off x="-204929" y="2493660"/>
              <a:ext cx="348281" cy="353410"/>
            </a:xfrm>
            <a:custGeom>
              <a:avLst/>
              <a:gdLst/>
              <a:ahLst/>
              <a:cxnLst/>
              <a:rect l="l" t="t" r="r" b="b"/>
              <a:pathLst>
                <a:path w="6791" h="6891" extrusionOk="0">
                  <a:moveTo>
                    <a:pt x="1300" y="1"/>
                  </a:moveTo>
                  <a:lnTo>
                    <a:pt x="1300" y="1"/>
                  </a:lnTo>
                  <a:cubicBezTo>
                    <a:pt x="1200" y="81"/>
                    <a:pt x="1111" y="171"/>
                    <a:pt x="1031" y="261"/>
                  </a:cubicBezTo>
                  <a:lnTo>
                    <a:pt x="1031" y="271"/>
                  </a:lnTo>
                  <a:lnTo>
                    <a:pt x="1271" y="271"/>
                  </a:lnTo>
                  <a:lnTo>
                    <a:pt x="1300" y="1"/>
                  </a:lnTo>
                  <a:close/>
                  <a:moveTo>
                    <a:pt x="781" y="711"/>
                  </a:moveTo>
                  <a:cubicBezTo>
                    <a:pt x="741" y="711"/>
                    <a:pt x="711" y="711"/>
                    <a:pt x="671" y="721"/>
                  </a:cubicBezTo>
                  <a:cubicBezTo>
                    <a:pt x="251" y="1351"/>
                    <a:pt x="1" y="2111"/>
                    <a:pt x="1" y="2920"/>
                  </a:cubicBezTo>
                  <a:cubicBezTo>
                    <a:pt x="1" y="3851"/>
                    <a:pt x="321" y="4691"/>
                    <a:pt x="841" y="5360"/>
                  </a:cubicBezTo>
                  <a:lnTo>
                    <a:pt x="1980" y="5360"/>
                  </a:lnTo>
                  <a:cubicBezTo>
                    <a:pt x="2560" y="5360"/>
                    <a:pt x="3100" y="5150"/>
                    <a:pt x="3511" y="4791"/>
                  </a:cubicBezTo>
                  <a:cubicBezTo>
                    <a:pt x="3291" y="4640"/>
                    <a:pt x="3091" y="4480"/>
                    <a:pt x="2900" y="4300"/>
                  </a:cubicBezTo>
                  <a:cubicBezTo>
                    <a:pt x="2711" y="4120"/>
                    <a:pt x="2531" y="3931"/>
                    <a:pt x="2371" y="3720"/>
                  </a:cubicBezTo>
                  <a:cubicBezTo>
                    <a:pt x="1711" y="2880"/>
                    <a:pt x="1311" y="1851"/>
                    <a:pt x="1271" y="711"/>
                  </a:cubicBezTo>
                  <a:close/>
                  <a:moveTo>
                    <a:pt x="3900" y="5040"/>
                  </a:moveTo>
                  <a:cubicBezTo>
                    <a:pt x="3400" y="5520"/>
                    <a:pt x="2720" y="5810"/>
                    <a:pt x="1980" y="5810"/>
                  </a:cubicBezTo>
                  <a:lnTo>
                    <a:pt x="1251" y="5810"/>
                  </a:lnTo>
                  <a:cubicBezTo>
                    <a:pt x="1960" y="6480"/>
                    <a:pt x="2911" y="6890"/>
                    <a:pt x="3960" y="6890"/>
                  </a:cubicBezTo>
                  <a:lnTo>
                    <a:pt x="4031" y="6890"/>
                  </a:lnTo>
                  <a:lnTo>
                    <a:pt x="4031" y="6880"/>
                  </a:lnTo>
                  <a:lnTo>
                    <a:pt x="4040" y="6880"/>
                  </a:lnTo>
                  <a:cubicBezTo>
                    <a:pt x="5120" y="6860"/>
                    <a:pt x="6090" y="6410"/>
                    <a:pt x="6790" y="5700"/>
                  </a:cubicBezTo>
                  <a:cubicBezTo>
                    <a:pt x="6680" y="5700"/>
                    <a:pt x="6560" y="5710"/>
                    <a:pt x="6450" y="5710"/>
                  </a:cubicBezTo>
                  <a:cubicBezTo>
                    <a:pt x="5520" y="5710"/>
                    <a:pt x="4651" y="5470"/>
                    <a:pt x="3900" y="504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0"/>
            <p:cNvSpPr/>
            <p:nvPr/>
          </p:nvSpPr>
          <p:spPr>
            <a:xfrm rot="-1532296">
              <a:off x="-173949" y="2534127"/>
              <a:ext cx="165704" cy="284123"/>
            </a:xfrm>
            <a:custGeom>
              <a:avLst/>
              <a:gdLst/>
              <a:ahLst/>
              <a:cxnLst/>
              <a:rect l="l" t="t" r="r" b="b"/>
              <a:pathLst>
                <a:path w="3231" h="5540" extrusionOk="0">
                  <a:moveTo>
                    <a:pt x="361" y="0"/>
                  </a:moveTo>
                  <a:cubicBezTo>
                    <a:pt x="231" y="140"/>
                    <a:pt x="111" y="290"/>
                    <a:pt x="1" y="450"/>
                  </a:cubicBezTo>
                  <a:cubicBezTo>
                    <a:pt x="41" y="440"/>
                    <a:pt x="71" y="440"/>
                    <a:pt x="111" y="440"/>
                  </a:cubicBezTo>
                  <a:lnTo>
                    <a:pt x="601" y="440"/>
                  </a:lnTo>
                  <a:lnTo>
                    <a:pt x="601" y="260"/>
                  </a:lnTo>
                  <a:lnTo>
                    <a:pt x="601" y="0"/>
                  </a:lnTo>
                  <a:close/>
                  <a:moveTo>
                    <a:pt x="2841" y="4520"/>
                  </a:moveTo>
                  <a:cubicBezTo>
                    <a:pt x="2430" y="4879"/>
                    <a:pt x="1890" y="5089"/>
                    <a:pt x="1310" y="5089"/>
                  </a:cubicBezTo>
                  <a:lnTo>
                    <a:pt x="171" y="5089"/>
                  </a:lnTo>
                  <a:cubicBezTo>
                    <a:pt x="301" y="5249"/>
                    <a:pt x="431" y="5399"/>
                    <a:pt x="581" y="5539"/>
                  </a:cubicBezTo>
                  <a:lnTo>
                    <a:pt x="1310" y="5539"/>
                  </a:lnTo>
                  <a:cubicBezTo>
                    <a:pt x="2050" y="5539"/>
                    <a:pt x="2730" y="5249"/>
                    <a:pt x="3230" y="4769"/>
                  </a:cubicBezTo>
                  <a:cubicBezTo>
                    <a:pt x="3090" y="4689"/>
                    <a:pt x="2961" y="4609"/>
                    <a:pt x="2841" y="45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30"/>
          <p:cNvGrpSpPr/>
          <p:nvPr/>
        </p:nvGrpSpPr>
        <p:grpSpPr>
          <a:xfrm>
            <a:off x="5122935" y="4406806"/>
            <a:ext cx="542361" cy="542361"/>
            <a:chOff x="-287090" y="2362518"/>
            <a:chExt cx="542361" cy="542361"/>
          </a:xfrm>
        </p:grpSpPr>
        <p:sp>
          <p:nvSpPr>
            <p:cNvPr id="269" name="Google Shape;269;p30"/>
            <p:cNvSpPr/>
            <p:nvPr/>
          </p:nvSpPr>
          <p:spPr>
            <a:xfrm rot="-1532296">
              <a:off x="-219282" y="2430325"/>
              <a:ext cx="406747" cy="406747"/>
            </a:xfrm>
            <a:custGeom>
              <a:avLst/>
              <a:gdLst/>
              <a:ahLst/>
              <a:cxnLst/>
              <a:rect l="l" t="t" r="r" b="b"/>
              <a:pathLst>
                <a:path w="7931" h="7931" extrusionOk="0">
                  <a:moveTo>
                    <a:pt x="3960" y="1"/>
                  </a:moveTo>
                  <a:cubicBezTo>
                    <a:pt x="2800" y="1"/>
                    <a:pt x="1751" y="511"/>
                    <a:pt x="1031" y="1311"/>
                  </a:cubicBezTo>
                  <a:cubicBezTo>
                    <a:pt x="901" y="1451"/>
                    <a:pt x="781" y="1601"/>
                    <a:pt x="671" y="1761"/>
                  </a:cubicBezTo>
                  <a:cubicBezTo>
                    <a:pt x="251" y="2391"/>
                    <a:pt x="1" y="3151"/>
                    <a:pt x="1" y="3960"/>
                  </a:cubicBezTo>
                  <a:cubicBezTo>
                    <a:pt x="1" y="4891"/>
                    <a:pt x="321" y="5731"/>
                    <a:pt x="841" y="6400"/>
                  </a:cubicBezTo>
                  <a:cubicBezTo>
                    <a:pt x="971" y="6560"/>
                    <a:pt x="1101" y="6710"/>
                    <a:pt x="1251" y="6850"/>
                  </a:cubicBezTo>
                  <a:cubicBezTo>
                    <a:pt x="1960" y="7520"/>
                    <a:pt x="2911" y="7930"/>
                    <a:pt x="3960" y="7930"/>
                  </a:cubicBezTo>
                  <a:cubicBezTo>
                    <a:pt x="5250" y="7930"/>
                    <a:pt x="6400" y="7310"/>
                    <a:pt x="7120" y="6360"/>
                  </a:cubicBezTo>
                  <a:cubicBezTo>
                    <a:pt x="7210" y="6240"/>
                    <a:pt x="7290" y="6120"/>
                    <a:pt x="7370" y="5991"/>
                  </a:cubicBezTo>
                  <a:cubicBezTo>
                    <a:pt x="7720" y="5400"/>
                    <a:pt x="7930" y="4700"/>
                    <a:pt x="7930" y="3960"/>
                  </a:cubicBezTo>
                  <a:cubicBezTo>
                    <a:pt x="7930" y="3291"/>
                    <a:pt x="7760" y="2660"/>
                    <a:pt x="7460" y="2111"/>
                  </a:cubicBezTo>
                  <a:cubicBezTo>
                    <a:pt x="7390" y="1981"/>
                    <a:pt x="7320" y="1851"/>
                    <a:pt x="7230" y="1731"/>
                  </a:cubicBezTo>
                  <a:cubicBezTo>
                    <a:pt x="6520" y="691"/>
                    <a:pt x="5320" y="1"/>
                    <a:pt x="39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0"/>
            <p:cNvSpPr/>
            <p:nvPr/>
          </p:nvSpPr>
          <p:spPr>
            <a:xfrm rot="-1532296">
              <a:off x="-176079" y="2524730"/>
              <a:ext cx="209297" cy="284123"/>
            </a:xfrm>
            <a:custGeom>
              <a:avLst/>
              <a:gdLst/>
              <a:ahLst/>
              <a:cxnLst/>
              <a:rect l="l" t="t" r="r" b="b"/>
              <a:pathLst>
                <a:path w="4081" h="5540" extrusionOk="0">
                  <a:moveTo>
                    <a:pt x="361" y="0"/>
                  </a:moveTo>
                  <a:cubicBezTo>
                    <a:pt x="231" y="140"/>
                    <a:pt x="111" y="290"/>
                    <a:pt x="1" y="450"/>
                  </a:cubicBezTo>
                  <a:cubicBezTo>
                    <a:pt x="41" y="440"/>
                    <a:pt x="71" y="440"/>
                    <a:pt x="111" y="440"/>
                  </a:cubicBezTo>
                  <a:lnTo>
                    <a:pt x="1310" y="440"/>
                  </a:lnTo>
                  <a:cubicBezTo>
                    <a:pt x="2590" y="440"/>
                    <a:pt x="3641" y="1489"/>
                    <a:pt x="3641" y="2769"/>
                  </a:cubicBezTo>
                  <a:cubicBezTo>
                    <a:pt x="3641" y="4049"/>
                    <a:pt x="2590" y="5089"/>
                    <a:pt x="1310" y="5089"/>
                  </a:cubicBezTo>
                  <a:lnTo>
                    <a:pt x="171" y="5089"/>
                  </a:lnTo>
                  <a:cubicBezTo>
                    <a:pt x="301" y="5249"/>
                    <a:pt x="431" y="5399"/>
                    <a:pt x="581" y="5539"/>
                  </a:cubicBezTo>
                  <a:lnTo>
                    <a:pt x="1310" y="5539"/>
                  </a:lnTo>
                  <a:cubicBezTo>
                    <a:pt x="2841" y="5539"/>
                    <a:pt x="4081" y="4300"/>
                    <a:pt x="4081" y="2769"/>
                  </a:cubicBezTo>
                  <a:cubicBezTo>
                    <a:pt x="4081" y="1240"/>
                    <a:pt x="2841" y="0"/>
                    <a:pt x="13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0"/>
            <p:cNvSpPr/>
            <p:nvPr/>
          </p:nvSpPr>
          <p:spPr>
            <a:xfrm rot="-1532296">
              <a:off x="72397" y="2458421"/>
              <a:ext cx="79031" cy="237504"/>
            </a:xfrm>
            <a:custGeom>
              <a:avLst/>
              <a:gdLst/>
              <a:ahLst/>
              <a:cxnLst/>
              <a:rect l="l" t="t" r="r" b="b"/>
              <a:pathLst>
                <a:path w="1541" h="4631" extrusionOk="0">
                  <a:moveTo>
                    <a:pt x="1311" y="1"/>
                  </a:moveTo>
                  <a:cubicBezTo>
                    <a:pt x="531" y="491"/>
                    <a:pt x="1" y="1361"/>
                    <a:pt x="1" y="2350"/>
                  </a:cubicBezTo>
                  <a:cubicBezTo>
                    <a:pt x="1" y="3290"/>
                    <a:pt x="481" y="4130"/>
                    <a:pt x="1201" y="4630"/>
                  </a:cubicBezTo>
                  <a:cubicBezTo>
                    <a:pt x="1291" y="4510"/>
                    <a:pt x="1371" y="4390"/>
                    <a:pt x="1451" y="4261"/>
                  </a:cubicBezTo>
                  <a:cubicBezTo>
                    <a:pt x="851" y="3841"/>
                    <a:pt x="451" y="3141"/>
                    <a:pt x="451" y="2350"/>
                  </a:cubicBezTo>
                  <a:cubicBezTo>
                    <a:pt x="451" y="1521"/>
                    <a:pt x="891" y="790"/>
                    <a:pt x="1541" y="381"/>
                  </a:cubicBezTo>
                  <a:cubicBezTo>
                    <a:pt x="1471" y="251"/>
                    <a:pt x="1401" y="121"/>
                    <a:pt x="1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0"/>
            <p:cNvSpPr/>
            <p:nvPr/>
          </p:nvSpPr>
          <p:spPr>
            <a:xfrm rot="-1532296">
              <a:off x="-195165" y="2536744"/>
              <a:ext cx="207246" cy="340076"/>
            </a:xfrm>
            <a:custGeom>
              <a:avLst/>
              <a:gdLst/>
              <a:ahLst/>
              <a:cxnLst/>
              <a:rect l="l" t="t" r="r" b="b"/>
              <a:pathLst>
                <a:path w="4041" h="6631" extrusionOk="0">
                  <a:moveTo>
                    <a:pt x="3971" y="6630"/>
                  </a:moveTo>
                  <a:lnTo>
                    <a:pt x="3960" y="6630"/>
                  </a:lnTo>
                  <a:lnTo>
                    <a:pt x="3971" y="6630"/>
                  </a:lnTo>
                  <a:close/>
                  <a:moveTo>
                    <a:pt x="3980" y="6630"/>
                  </a:moveTo>
                  <a:lnTo>
                    <a:pt x="3971" y="6630"/>
                  </a:lnTo>
                  <a:lnTo>
                    <a:pt x="3980" y="6630"/>
                  </a:lnTo>
                  <a:close/>
                  <a:moveTo>
                    <a:pt x="3991" y="6630"/>
                  </a:moveTo>
                  <a:lnTo>
                    <a:pt x="3980" y="6630"/>
                  </a:lnTo>
                  <a:lnTo>
                    <a:pt x="3991" y="6630"/>
                  </a:lnTo>
                  <a:close/>
                  <a:moveTo>
                    <a:pt x="3991" y="6630"/>
                  </a:moveTo>
                  <a:lnTo>
                    <a:pt x="3991" y="6630"/>
                  </a:lnTo>
                  <a:lnTo>
                    <a:pt x="3991" y="6630"/>
                  </a:lnTo>
                  <a:close/>
                  <a:moveTo>
                    <a:pt x="4000" y="6630"/>
                  </a:moveTo>
                  <a:lnTo>
                    <a:pt x="4000" y="6630"/>
                  </a:lnTo>
                  <a:lnTo>
                    <a:pt x="4000" y="6630"/>
                  </a:lnTo>
                  <a:close/>
                  <a:moveTo>
                    <a:pt x="4011" y="6630"/>
                  </a:moveTo>
                  <a:lnTo>
                    <a:pt x="4000" y="6630"/>
                  </a:lnTo>
                  <a:lnTo>
                    <a:pt x="4011" y="6630"/>
                  </a:lnTo>
                  <a:close/>
                  <a:moveTo>
                    <a:pt x="4020" y="6630"/>
                  </a:moveTo>
                  <a:lnTo>
                    <a:pt x="4020" y="6630"/>
                  </a:lnTo>
                  <a:lnTo>
                    <a:pt x="4020" y="6630"/>
                  </a:lnTo>
                  <a:close/>
                  <a:moveTo>
                    <a:pt x="4031" y="6620"/>
                  </a:moveTo>
                  <a:lnTo>
                    <a:pt x="4031" y="6630"/>
                  </a:lnTo>
                  <a:lnTo>
                    <a:pt x="4031" y="6620"/>
                  </a:lnTo>
                  <a:close/>
                  <a:moveTo>
                    <a:pt x="4040" y="6620"/>
                  </a:moveTo>
                  <a:lnTo>
                    <a:pt x="4031" y="6620"/>
                  </a:lnTo>
                  <a:lnTo>
                    <a:pt x="4040" y="6620"/>
                  </a:lnTo>
                  <a:close/>
                  <a:moveTo>
                    <a:pt x="4040" y="6620"/>
                  </a:moveTo>
                  <a:lnTo>
                    <a:pt x="4040" y="6620"/>
                  </a:lnTo>
                  <a:lnTo>
                    <a:pt x="4040" y="6620"/>
                  </a:lnTo>
                  <a:close/>
                  <a:moveTo>
                    <a:pt x="1031" y="1"/>
                  </a:moveTo>
                  <a:lnTo>
                    <a:pt x="1031" y="11"/>
                  </a:lnTo>
                  <a:cubicBezTo>
                    <a:pt x="901" y="151"/>
                    <a:pt x="781" y="301"/>
                    <a:pt x="671" y="461"/>
                  </a:cubicBezTo>
                  <a:cubicBezTo>
                    <a:pt x="251" y="1091"/>
                    <a:pt x="1" y="1851"/>
                    <a:pt x="1" y="2660"/>
                  </a:cubicBezTo>
                  <a:lnTo>
                    <a:pt x="1" y="2660"/>
                  </a:lnTo>
                  <a:cubicBezTo>
                    <a:pt x="1" y="1851"/>
                    <a:pt x="251" y="1091"/>
                    <a:pt x="671" y="461"/>
                  </a:cubicBezTo>
                  <a:lnTo>
                    <a:pt x="671" y="461"/>
                  </a:lnTo>
                  <a:lnTo>
                    <a:pt x="671" y="461"/>
                  </a:lnTo>
                  <a:cubicBezTo>
                    <a:pt x="781" y="301"/>
                    <a:pt x="901" y="151"/>
                    <a:pt x="1031" y="11"/>
                  </a:cubicBezTo>
                  <a:lnTo>
                    <a:pt x="1031" y="11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0"/>
            <p:cNvSpPr/>
            <p:nvPr/>
          </p:nvSpPr>
          <p:spPr>
            <a:xfrm rot="-1532296">
              <a:off x="-204929" y="2493660"/>
              <a:ext cx="348281" cy="353410"/>
            </a:xfrm>
            <a:custGeom>
              <a:avLst/>
              <a:gdLst/>
              <a:ahLst/>
              <a:cxnLst/>
              <a:rect l="l" t="t" r="r" b="b"/>
              <a:pathLst>
                <a:path w="6791" h="6891" extrusionOk="0">
                  <a:moveTo>
                    <a:pt x="1300" y="1"/>
                  </a:moveTo>
                  <a:lnTo>
                    <a:pt x="1300" y="1"/>
                  </a:lnTo>
                  <a:cubicBezTo>
                    <a:pt x="1200" y="81"/>
                    <a:pt x="1111" y="171"/>
                    <a:pt x="1031" y="261"/>
                  </a:cubicBezTo>
                  <a:lnTo>
                    <a:pt x="1031" y="271"/>
                  </a:lnTo>
                  <a:lnTo>
                    <a:pt x="1271" y="271"/>
                  </a:lnTo>
                  <a:lnTo>
                    <a:pt x="1300" y="1"/>
                  </a:lnTo>
                  <a:close/>
                  <a:moveTo>
                    <a:pt x="781" y="711"/>
                  </a:moveTo>
                  <a:cubicBezTo>
                    <a:pt x="741" y="711"/>
                    <a:pt x="711" y="711"/>
                    <a:pt x="671" y="721"/>
                  </a:cubicBezTo>
                  <a:cubicBezTo>
                    <a:pt x="251" y="1351"/>
                    <a:pt x="1" y="2111"/>
                    <a:pt x="1" y="2920"/>
                  </a:cubicBezTo>
                  <a:cubicBezTo>
                    <a:pt x="1" y="3851"/>
                    <a:pt x="321" y="4691"/>
                    <a:pt x="841" y="5360"/>
                  </a:cubicBezTo>
                  <a:lnTo>
                    <a:pt x="1980" y="5360"/>
                  </a:lnTo>
                  <a:cubicBezTo>
                    <a:pt x="2560" y="5360"/>
                    <a:pt x="3100" y="5150"/>
                    <a:pt x="3511" y="4791"/>
                  </a:cubicBezTo>
                  <a:cubicBezTo>
                    <a:pt x="3291" y="4640"/>
                    <a:pt x="3091" y="4480"/>
                    <a:pt x="2900" y="4300"/>
                  </a:cubicBezTo>
                  <a:cubicBezTo>
                    <a:pt x="2711" y="4120"/>
                    <a:pt x="2531" y="3931"/>
                    <a:pt x="2371" y="3720"/>
                  </a:cubicBezTo>
                  <a:cubicBezTo>
                    <a:pt x="1711" y="2880"/>
                    <a:pt x="1311" y="1851"/>
                    <a:pt x="1271" y="711"/>
                  </a:cubicBezTo>
                  <a:close/>
                  <a:moveTo>
                    <a:pt x="3900" y="5040"/>
                  </a:moveTo>
                  <a:cubicBezTo>
                    <a:pt x="3400" y="5520"/>
                    <a:pt x="2720" y="5810"/>
                    <a:pt x="1980" y="5810"/>
                  </a:cubicBezTo>
                  <a:lnTo>
                    <a:pt x="1251" y="5810"/>
                  </a:lnTo>
                  <a:cubicBezTo>
                    <a:pt x="1960" y="6480"/>
                    <a:pt x="2911" y="6890"/>
                    <a:pt x="3960" y="6890"/>
                  </a:cubicBezTo>
                  <a:lnTo>
                    <a:pt x="4031" y="6890"/>
                  </a:lnTo>
                  <a:lnTo>
                    <a:pt x="4031" y="6880"/>
                  </a:lnTo>
                  <a:lnTo>
                    <a:pt x="4040" y="6880"/>
                  </a:lnTo>
                  <a:cubicBezTo>
                    <a:pt x="5120" y="6860"/>
                    <a:pt x="6090" y="6410"/>
                    <a:pt x="6790" y="5700"/>
                  </a:cubicBezTo>
                  <a:cubicBezTo>
                    <a:pt x="6680" y="5700"/>
                    <a:pt x="6560" y="5710"/>
                    <a:pt x="6450" y="5710"/>
                  </a:cubicBezTo>
                  <a:cubicBezTo>
                    <a:pt x="5520" y="5710"/>
                    <a:pt x="4651" y="5470"/>
                    <a:pt x="3900" y="504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0"/>
            <p:cNvSpPr/>
            <p:nvPr/>
          </p:nvSpPr>
          <p:spPr>
            <a:xfrm rot="-1532296">
              <a:off x="-173949" y="2534127"/>
              <a:ext cx="165704" cy="284123"/>
            </a:xfrm>
            <a:custGeom>
              <a:avLst/>
              <a:gdLst/>
              <a:ahLst/>
              <a:cxnLst/>
              <a:rect l="l" t="t" r="r" b="b"/>
              <a:pathLst>
                <a:path w="3231" h="5540" extrusionOk="0">
                  <a:moveTo>
                    <a:pt x="361" y="0"/>
                  </a:moveTo>
                  <a:cubicBezTo>
                    <a:pt x="231" y="140"/>
                    <a:pt x="111" y="290"/>
                    <a:pt x="1" y="450"/>
                  </a:cubicBezTo>
                  <a:cubicBezTo>
                    <a:pt x="41" y="440"/>
                    <a:pt x="71" y="440"/>
                    <a:pt x="111" y="440"/>
                  </a:cubicBezTo>
                  <a:lnTo>
                    <a:pt x="601" y="440"/>
                  </a:lnTo>
                  <a:lnTo>
                    <a:pt x="601" y="260"/>
                  </a:lnTo>
                  <a:lnTo>
                    <a:pt x="601" y="0"/>
                  </a:lnTo>
                  <a:close/>
                  <a:moveTo>
                    <a:pt x="2841" y="4520"/>
                  </a:moveTo>
                  <a:cubicBezTo>
                    <a:pt x="2430" y="4879"/>
                    <a:pt x="1890" y="5089"/>
                    <a:pt x="1310" y="5089"/>
                  </a:cubicBezTo>
                  <a:lnTo>
                    <a:pt x="171" y="5089"/>
                  </a:lnTo>
                  <a:cubicBezTo>
                    <a:pt x="301" y="5249"/>
                    <a:pt x="431" y="5399"/>
                    <a:pt x="581" y="5539"/>
                  </a:cubicBezTo>
                  <a:lnTo>
                    <a:pt x="1310" y="5539"/>
                  </a:lnTo>
                  <a:cubicBezTo>
                    <a:pt x="2050" y="5539"/>
                    <a:pt x="2730" y="5249"/>
                    <a:pt x="3230" y="4769"/>
                  </a:cubicBezTo>
                  <a:cubicBezTo>
                    <a:pt x="3090" y="4689"/>
                    <a:pt x="2961" y="4609"/>
                    <a:pt x="2841" y="45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5" name="Google Shape;275;p30"/>
          <p:cNvGrpSpPr/>
          <p:nvPr/>
        </p:nvGrpSpPr>
        <p:grpSpPr>
          <a:xfrm rot="2905042">
            <a:off x="1052634" y="4185665"/>
            <a:ext cx="542362" cy="542362"/>
            <a:chOff x="-287090" y="2362518"/>
            <a:chExt cx="542361" cy="542361"/>
          </a:xfrm>
        </p:grpSpPr>
        <p:sp>
          <p:nvSpPr>
            <p:cNvPr id="276" name="Google Shape;276;p30"/>
            <p:cNvSpPr/>
            <p:nvPr/>
          </p:nvSpPr>
          <p:spPr>
            <a:xfrm rot="-1532296">
              <a:off x="-219282" y="2430325"/>
              <a:ext cx="406747" cy="406747"/>
            </a:xfrm>
            <a:custGeom>
              <a:avLst/>
              <a:gdLst/>
              <a:ahLst/>
              <a:cxnLst/>
              <a:rect l="l" t="t" r="r" b="b"/>
              <a:pathLst>
                <a:path w="7931" h="7931" extrusionOk="0">
                  <a:moveTo>
                    <a:pt x="3960" y="1"/>
                  </a:moveTo>
                  <a:cubicBezTo>
                    <a:pt x="2800" y="1"/>
                    <a:pt x="1751" y="511"/>
                    <a:pt x="1031" y="1311"/>
                  </a:cubicBezTo>
                  <a:cubicBezTo>
                    <a:pt x="901" y="1451"/>
                    <a:pt x="781" y="1601"/>
                    <a:pt x="671" y="1761"/>
                  </a:cubicBezTo>
                  <a:cubicBezTo>
                    <a:pt x="251" y="2391"/>
                    <a:pt x="1" y="3151"/>
                    <a:pt x="1" y="3960"/>
                  </a:cubicBezTo>
                  <a:cubicBezTo>
                    <a:pt x="1" y="4891"/>
                    <a:pt x="321" y="5731"/>
                    <a:pt x="841" y="6400"/>
                  </a:cubicBezTo>
                  <a:cubicBezTo>
                    <a:pt x="971" y="6560"/>
                    <a:pt x="1101" y="6710"/>
                    <a:pt x="1251" y="6850"/>
                  </a:cubicBezTo>
                  <a:cubicBezTo>
                    <a:pt x="1960" y="7520"/>
                    <a:pt x="2911" y="7930"/>
                    <a:pt x="3960" y="7930"/>
                  </a:cubicBezTo>
                  <a:cubicBezTo>
                    <a:pt x="5250" y="7930"/>
                    <a:pt x="6400" y="7310"/>
                    <a:pt x="7120" y="6360"/>
                  </a:cubicBezTo>
                  <a:cubicBezTo>
                    <a:pt x="7210" y="6240"/>
                    <a:pt x="7290" y="6120"/>
                    <a:pt x="7370" y="5991"/>
                  </a:cubicBezTo>
                  <a:cubicBezTo>
                    <a:pt x="7720" y="5400"/>
                    <a:pt x="7930" y="4700"/>
                    <a:pt x="7930" y="3960"/>
                  </a:cubicBezTo>
                  <a:cubicBezTo>
                    <a:pt x="7930" y="3291"/>
                    <a:pt x="7760" y="2660"/>
                    <a:pt x="7460" y="2111"/>
                  </a:cubicBezTo>
                  <a:cubicBezTo>
                    <a:pt x="7390" y="1981"/>
                    <a:pt x="7320" y="1851"/>
                    <a:pt x="7230" y="1731"/>
                  </a:cubicBezTo>
                  <a:cubicBezTo>
                    <a:pt x="6520" y="691"/>
                    <a:pt x="5320" y="1"/>
                    <a:pt x="39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0"/>
            <p:cNvSpPr/>
            <p:nvPr/>
          </p:nvSpPr>
          <p:spPr>
            <a:xfrm rot="-1532296">
              <a:off x="-176079" y="2524730"/>
              <a:ext cx="209297" cy="284123"/>
            </a:xfrm>
            <a:custGeom>
              <a:avLst/>
              <a:gdLst/>
              <a:ahLst/>
              <a:cxnLst/>
              <a:rect l="l" t="t" r="r" b="b"/>
              <a:pathLst>
                <a:path w="4081" h="5540" extrusionOk="0">
                  <a:moveTo>
                    <a:pt x="361" y="0"/>
                  </a:moveTo>
                  <a:cubicBezTo>
                    <a:pt x="231" y="140"/>
                    <a:pt x="111" y="290"/>
                    <a:pt x="1" y="450"/>
                  </a:cubicBezTo>
                  <a:cubicBezTo>
                    <a:pt x="41" y="440"/>
                    <a:pt x="71" y="440"/>
                    <a:pt x="111" y="440"/>
                  </a:cubicBezTo>
                  <a:lnTo>
                    <a:pt x="1310" y="440"/>
                  </a:lnTo>
                  <a:cubicBezTo>
                    <a:pt x="2590" y="440"/>
                    <a:pt x="3641" y="1489"/>
                    <a:pt x="3641" y="2769"/>
                  </a:cubicBezTo>
                  <a:cubicBezTo>
                    <a:pt x="3641" y="4049"/>
                    <a:pt x="2590" y="5089"/>
                    <a:pt x="1310" y="5089"/>
                  </a:cubicBezTo>
                  <a:lnTo>
                    <a:pt x="171" y="5089"/>
                  </a:lnTo>
                  <a:cubicBezTo>
                    <a:pt x="301" y="5249"/>
                    <a:pt x="431" y="5399"/>
                    <a:pt x="581" y="5539"/>
                  </a:cubicBezTo>
                  <a:lnTo>
                    <a:pt x="1310" y="5539"/>
                  </a:lnTo>
                  <a:cubicBezTo>
                    <a:pt x="2841" y="5539"/>
                    <a:pt x="4081" y="4300"/>
                    <a:pt x="4081" y="2769"/>
                  </a:cubicBezTo>
                  <a:cubicBezTo>
                    <a:pt x="4081" y="1240"/>
                    <a:pt x="2841" y="0"/>
                    <a:pt x="13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0"/>
            <p:cNvSpPr/>
            <p:nvPr/>
          </p:nvSpPr>
          <p:spPr>
            <a:xfrm rot="-1532296">
              <a:off x="72397" y="2458421"/>
              <a:ext cx="79031" cy="237504"/>
            </a:xfrm>
            <a:custGeom>
              <a:avLst/>
              <a:gdLst/>
              <a:ahLst/>
              <a:cxnLst/>
              <a:rect l="l" t="t" r="r" b="b"/>
              <a:pathLst>
                <a:path w="1541" h="4631" extrusionOk="0">
                  <a:moveTo>
                    <a:pt x="1311" y="1"/>
                  </a:moveTo>
                  <a:cubicBezTo>
                    <a:pt x="531" y="491"/>
                    <a:pt x="1" y="1361"/>
                    <a:pt x="1" y="2350"/>
                  </a:cubicBezTo>
                  <a:cubicBezTo>
                    <a:pt x="1" y="3290"/>
                    <a:pt x="481" y="4130"/>
                    <a:pt x="1201" y="4630"/>
                  </a:cubicBezTo>
                  <a:cubicBezTo>
                    <a:pt x="1291" y="4510"/>
                    <a:pt x="1371" y="4390"/>
                    <a:pt x="1451" y="4261"/>
                  </a:cubicBezTo>
                  <a:cubicBezTo>
                    <a:pt x="851" y="3841"/>
                    <a:pt x="451" y="3141"/>
                    <a:pt x="451" y="2350"/>
                  </a:cubicBezTo>
                  <a:cubicBezTo>
                    <a:pt x="451" y="1521"/>
                    <a:pt x="891" y="790"/>
                    <a:pt x="1541" y="381"/>
                  </a:cubicBezTo>
                  <a:cubicBezTo>
                    <a:pt x="1471" y="251"/>
                    <a:pt x="1401" y="121"/>
                    <a:pt x="1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0"/>
            <p:cNvSpPr/>
            <p:nvPr/>
          </p:nvSpPr>
          <p:spPr>
            <a:xfrm rot="-1532296">
              <a:off x="-195165" y="2536744"/>
              <a:ext cx="207246" cy="340076"/>
            </a:xfrm>
            <a:custGeom>
              <a:avLst/>
              <a:gdLst/>
              <a:ahLst/>
              <a:cxnLst/>
              <a:rect l="l" t="t" r="r" b="b"/>
              <a:pathLst>
                <a:path w="4041" h="6631" extrusionOk="0">
                  <a:moveTo>
                    <a:pt x="3971" y="6630"/>
                  </a:moveTo>
                  <a:lnTo>
                    <a:pt x="3960" y="6630"/>
                  </a:lnTo>
                  <a:lnTo>
                    <a:pt x="3971" y="6630"/>
                  </a:lnTo>
                  <a:close/>
                  <a:moveTo>
                    <a:pt x="3980" y="6630"/>
                  </a:moveTo>
                  <a:lnTo>
                    <a:pt x="3971" y="6630"/>
                  </a:lnTo>
                  <a:lnTo>
                    <a:pt x="3980" y="6630"/>
                  </a:lnTo>
                  <a:close/>
                  <a:moveTo>
                    <a:pt x="3991" y="6630"/>
                  </a:moveTo>
                  <a:lnTo>
                    <a:pt x="3980" y="6630"/>
                  </a:lnTo>
                  <a:lnTo>
                    <a:pt x="3991" y="6630"/>
                  </a:lnTo>
                  <a:close/>
                  <a:moveTo>
                    <a:pt x="3991" y="6630"/>
                  </a:moveTo>
                  <a:lnTo>
                    <a:pt x="3991" y="6630"/>
                  </a:lnTo>
                  <a:lnTo>
                    <a:pt x="3991" y="6630"/>
                  </a:lnTo>
                  <a:close/>
                  <a:moveTo>
                    <a:pt x="4000" y="6630"/>
                  </a:moveTo>
                  <a:lnTo>
                    <a:pt x="4000" y="6630"/>
                  </a:lnTo>
                  <a:lnTo>
                    <a:pt x="4000" y="6630"/>
                  </a:lnTo>
                  <a:close/>
                  <a:moveTo>
                    <a:pt x="4011" y="6630"/>
                  </a:moveTo>
                  <a:lnTo>
                    <a:pt x="4000" y="6630"/>
                  </a:lnTo>
                  <a:lnTo>
                    <a:pt x="4011" y="6630"/>
                  </a:lnTo>
                  <a:close/>
                  <a:moveTo>
                    <a:pt x="4020" y="6630"/>
                  </a:moveTo>
                  <a:lnTo>
                    <a:pt x="4020" y="6630"/>
                  </a:lnTo>
                  <a:lnTo>
                    <a:pt x="4020" y="6630"/>
                  </a:lnTo>
                  <a:close/>
                  <a:moveTo>
                    <a:pt x="4031" y="6620"/>
                  </a:moveTo>
                  <a:lnTo>
                    <a:pt x="4031" y="6630"/>
                  </a:lnTo>
                  <a:lnTo>
                    <a:pt x="4031" y="6620"/>
                  </a:lnTo>
                  <a:close/>
                  <a:moveTo>
                    <a:pt x="4040" y="6620"/>
                  </a:moveTo>
                  <a:lnTo>
                    <a:pt x="4031" y="6620"/>
                  </a:lnTo>
                  <a:lnTo>
                    <a:pt x="4040" y="6620"/>
                  </a:lnTo>
                  <a:close/>
                  <a:moveTo>
                    <a:pt x="4040" y="6620"/>
                  </a:moveTo>
                  <a:lnTo>
                    <a:pt x="4040" y="6620"/>
                  </a:lnTo>
                  <a:lnTo>
                    <a:pt x="4040" y="6620"/>
                  </a:lnTo>
                  <a:close/>
                  <a:moveTo>
                    <a:pt x="1031" y="1"/>
                  </a:moveTo>
                  <a:lnTo>
                    <a:pt x="1031" y="11"/>
                  </a:lnTo>
                  <a:cubicBezTo>
                    <a:pt x="901" y="151"/>
                    <a:pt x="781" y="301"/>
                    <a:pt x="671" y="461"/>
                  </a:cubicBezTo>
                  <a:cubicBezTo>
                    <a:pt x="251" y="1091"/>
                    <a:pt x="1" y="1851"/>
                    <a:pt x="1" y="2660"/>
                  </a:cubicBezTo>
                  <a:lnTo>
                    <a:pt x="1" y="2660"/>
                  </a:lnTo>
                  <a:cubicBezTo>
                    <a:pt x="1" y="1851"/>
                    <a:pt x="251" y="1091"/>
                    <a:pt x="671" y="461"/>
                  </a:cubicBezTo>
                  <a:lnTo>
                    <a:pt x="671" y="461"/>
                  </a:lnTo>
                  <a:lnTo>
                    <a:pt x="671" y="461"/>
                  </a:lnTo>
                  <a:cubicBezTo>
                    <a:pt x="781" y="301"/>
                    <a:pt x="901" y="151"/>
                    <a:pt x="1031" y="11"/>
                  </a:cubicBezTo>
                  <a:lnTo>
                    <a:pt x="1031" y="11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0"/>
            <p:cNvSpPr/>
            <p:nvPr/>
          </p:nvSpPr>
          <p:spPr>
            <a:xfrm rot="-1532296">
              <a:off x="-204929" y="2493660"/>
              <a:ext cx="348281" cy="353410"/>
            </a:xfrm>
            <a:custGeom>
              <a:avLst/>
              <a:gdLst/>
              <a:ahLst/>
              <a:cxnLst/>
              <a:rect l="l" t="t" r="r" b="b"/>
              <a:pathLst>
                <a:path w="6791" h="6891" extrusionOk="0">
                  <a:moveTo>
                    <a:pt x="1300" y="1"/>
                  </a:moveTo>
                  <a:lnTo>
                    <a:pt x="1300" y="1"/>
                  </a:lnTo>
                  <a:cubicBezTo>
                    <a:pt x="1200" y="81"/>
                    <a:pt x="1111" y="171"/>
                    <a:pt x="1031" y="261"/>
                  </a:cubicBezTo>
                  <a:lnTo>
                    <a:pt x="1031" y="271"/>
                  </a:lnTo>
                  <a:lnTo>
                    <a:pt x="1271" y="271"/>
                  </a:lnTo>
                  <a:lnTo>
                    <a:pt x="1300" y="1"/>
                  </a:lnTo>
                  <a:close/>
                  <a:moveTo>
                    <a:pt x="781" y="711"/>
                  </a:moveTo>
                  <a:cubicBezTo>
                    <a:pt x="741" y="711"/>
                    <a:pt x="711" y="711"/>
                    <a:pt x="671" y="721"/>
                  </a:cubicBezTo>
                  <a:cubicBezTo>
                    <a:pt x="251" y="1351"/>
                    <a:pt x="1" y="2111"/>
                    <a:pt x="1" y="2920"/>
                  </a:cubicBezTo>
                  <a:cubicBezTo>
                    <a:pt x="1" y="3851"/>
                    <a:pt x="321" y="4691"/>
                    <a:pt x="841" y="5360"/>
                  </a:cubicBezTo>
                  <a:lnTo>
                    <a:pt x="1980" y="5360"/>
                  </a:lnTo>
                  <a:cubicBezTo>
                    <a:pt x="2560" y="5360"/>
                    <a:pt x="3100" y="5150"/>
                    <a:pt x="3511" y="4791"/>
                  </a:cubicBezTo>
                  <a:cubicBezTo>
                    <a:pt x="3291" y="4640"/>
                    <a:pt x="3091" y="4480"/>
                    <a:pt x="2900" y="4300"/>
                  </a:cubicBezTo>
                  <a:cubicBezTo>
                    <a:pt x="2711" y="4120"/>
                    <a:pt x="2531" y="3931"/>
                    <a:pt x="2371" y="3720"/>
                  </a:cubicBezTo>
                  <a:cubicBezTo>
                    <a:pt x="1711" y="2880"/>
                    <a:pt x="1311" y="1851"/>
                    <a:pt x="1271" y="711"/>
                  </a:cubicBezTo>
                  <a:close/>
                  <a:moveTo>
                    <a:pt x="3900" y="5040"/>
                  </a:moveTo>
                  <a:cubicBezTo>
                    <a:pt x="3400" y="5520"/>
                    <a:pt x="2720" y="5810"/>
                    <a:pt x="1980" y="5810"/>
                  </a:cubicBezTo>
                  <a:lnTo>
                    <a:pt x="1251" y="5810"/>
                  </a:lnTo>
                  <a:cubicBezTo>
                    <a:pt x="1960" y="6480"/>
                    <a:pt x="2911" y="6890"/>
                    <a:pt x="3960" y="6890"/>
                  </a:cubicBezTo>
                  <a:lnTo>
                    <a:pt x="4031" y="6890"/>
                  </a:lnTo>
                  <a:lnTo>
                    <a:pt x="4031" y="6880"/>
                  </a:lnTo>
                  <a:lnTo>
                    <a:pt x="4040" y="6880"/>
                  </a:lnTo>
                  <a:cubicBezTo>
                    <a:pt x="5120" y="6860"/>
                    <a:pt x="6090" y="6410"/>
                    <a:pt x="6790" y="5700"/>
                  </a:cubicBezTo>
                  <a:cubicBezTo>
                    <a:pt x="6680" y="5700"/>
                    <a:pt x="6560" y="5710"/>
                    <a:pt x="6450" y="5710"/>
                  </a:cubicBezTo>
                  <a:cubicBezTo>
                    <a:pt x="5520" y="5710"/>
                    <a:pt x="4651" y="5470"/>
                    <a:pt x="3900" y="504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0"/>
            <p:cNvSpPr/>
            <p:nvPr/>
          </p:nvSpPr>
          <p:spPr>
            <a:xfrm rot="-1532296">
              <a:off x="-173949" y="2534127"/>
              <a:ext cx="165704" cy="284123"/>
            </a:xfrm>
            <a:custGeom>
              <a:avLst/>
              <a:gdLst/>
              <a:ahLst/>
              <a:cxnLst/>
              <a:rect l="l" t="t" r="r" b="b"/>
              <a:pathLst>
                <a:path w="3231" h="5540" extrusionOk="0">
                  <a:moveTo>
                    <a:pt x="361" y="0"/>
                  </a:moveTo>
                  <a:cubicBezTo>
                    <a:pt x="231" y="140"/>
                    <a:pt x="111" y="290"/>
                    <a:pt x="1" y="450"/>
                  </a:cubicBezTo>
                  <a:cubicBezTo>
                    <a:pt x="41" y="440"/>
                    <a:pt x="71" y="440"/>
                    <a:pt x="111" y="440"/>
                  </a:cubicBezTo>
                  <a:lnTo>
                    <a:pt x="601" y="440"/>
                  </a:lnTo>
                  <a:lnTo>
                    <a:pt x="601" y="260"/>
                  </a:lnTo>
                  <a:lnTo>
                    <a:pt x="601" y="0"/>
                  </a:lnTo>
                  <a:close/>
                  <a:moveTo>
                    <a:pt x="2841" y="4520"/>
                  </a:moveTo>
                  <a:cubicBezTo>
                    <a:pt x="2430" y="4879"/>
                    <a:pt x="1890" y="5089"/>
                    <a:pt x="1310" y="5089"/>
                  </a:cubicBezTo>
                  <a:lnTo>
                    <a:pt x="171" y="5089"/>
                  </a:lnTo>
                  <a:cubicBezTo>
                    <a:pt x="301" y="5249"/>
                    <a:pt x="431" y="5399"/>
                    <a:pt x="581" y="5539"/>
                  </a:cubicBezTo>
                  <a:lnTo>
                    <a:pt x="1310" y="5539"/>
                  </a:lnTo>
                  <a:cubicBezTo>
                    <a:pt x="2050" y="5539"/>
                    <a:pt x="2730" y="5249"/>
                    <a:pt x="3230" y="4769"/>
                  </a:cubicBezTo>
                  <a:cubicBezTo>
                    <a:pt x="3090" y="4689"/>
                    <a:pt x="2961" y="4609"/>
                    <a:pt x="2841" y="45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" name="Google Shape;282;p30"/>
          <p:cNvGrpSpPr/>
          <p:nvPr/>
        </p:nvGrpSpPr>
        <p:grpSpPr>
          <a:xfrm rot="3239925">
            <a:off x="5471212" y="3233103"/>
            <a:ext cx="1006391" cy="1006439"/>
            <a:chOff x="1880684" y="3301028"/>
            <a:chExt cx="1006396" cy="1006445"/>
          </a:xfrm>
        </p:grpSpPr>
        <p:sp>
          <p:nvSpPr>
            <p:cNvPr id="283" name="Google Shape;283;p30"/>
            <p:cNvSpPr/>
            <p:nvPr/>
          </p:nvSpPr>
          <p:spPr>
            <a:xfrm rot="-201210">
              <a:off x="1907724" y="3328066"/>
              <a:ext cx="952317" cy="952368"/>
            </a:xfrm>
            <a:custGeom>
              <a:avLst/>
              <a:gdLst/>
              <a:ahLst/>
              <a:cxnLst/>
              <a:rect l="l" t="t" r="r" b="b"/>
              <a:pathLst>
                <a:path w="18569" h="18570" extrusionOk="0">
                  <a:moveTo>
                    <a:pt x="9290" y="1"/>
                  </a:moveTo>
                  <a:cubicBezTo>
                    <a:pt x="6590" y="1"/>
                    <a:pt x="4160" y="1151"/>
                    <a:pt x="2470" y="2991"/>
                  </a:cubicBezTo>
                  <a:cubicBezTo>
                    <a:pt x="2290" y="3180"/>
                    <a:pt x="2120" y="3380"/>
                    <a:pt x="1960" y="3580"/>
                  </a:cubicBezTo>
                  <a:cubicBezTo>
                    <a:pt x="740" y="5151"/>
                    <a:pt x="0" y="7130"/>
                    <a:pt x="0" y="9280"/>
                  </a:cubicBezTo>
                  <a:lnTo>
                    <a:pt x="0" y="9310"/>
                  </a:lnTo>
                  <a:cubicBezTo>
                    <a:pt x="0" y="9500"/>
                    <a:pt x="11" y="9700"/>
                    <a:pt x="31" y="9900"/>
                  </a:cubicBezTo>
                  <a:cubicBezTo>
                    <a:pt x="171" y="12110"/>
                    <a:pt x="1090" y="14110"/>
                    <a:pt x="2510" y="15619"/>
                  </a:cubicBezTo>
                  <a:cubicBezTo>
                    <a:pt x="2700" y="15829"/>
                    <a:pt x="2900" y="16029"/>
                    <a:pt x="3120" y="16219"/>
                  </a:cubicBezTo>
                  <a:cubicBezTo>
                    <a:pt x="4760" y="17679"/>
                    <a:pt x="6919" y="18569"/>
                    <a:pt x="9290" y="18569"/>
                  </a:cubicBezTo>
                  <a:cubicBezTo>
                    <a:pt x="10379" y="18569"/>
                    <a:pt x="11429" y="18379"/>
                    <a:pt x="12409" y="18029"/>
                  </a:cubicBezTo>
                  <a:cubicBezTo>
                    <a:pt x="12609" y="17959"/>
                    <a:pt x="12799" y="17879"/>
                    <a:pt x="12999" y="17789"/>
                  </a:cubicBezTo>
                  <a:cubicBezTo>
                    <a:pt x="14549" y="17119"/>
                    <a:pt x="15869" y="16029"/>
                    <a:pt x="16838" y="14670"/>
                  </a:cubicBezTo>
                  <a:cubicBezTo>
                    <a:pt x="16958" y="14510"/>
                    <a:pt x="17069" y="14350"/>
                    <a:pt x="17178" y="14179"/>
                  </a:cubicBezTo>
                  <a:cubicBezTo>
                    <a:pt x="17958" y="12919"/>
                    <a:pt x="18449" y="11459"/>
                    <a:pt x="18549" y="9900"/>
                  </a:cubicBezTo>
                  <a:cubicBezTo>
                    <a:pt x="18558" y="9700"/>
                    <a:pt x="18569" y="9500"/>
                    <a:pt x="18569" y="9310"/>
                  </a:cubicBezTo>
                  <a:lnTo>
                    <a:pt x="18569" y="9280"/>
                  </a:lnTo>
                  <a:cubicBezTo>
                    <a:pt x="18569" y="7670"/>
                    <a:pt x="18158" y="6150"/>
                    <a:pt x="17429" y="4831"/>
                  </a:cubicBezTo>
                  <a:cubicBezTo>
                    <a:pt x="17329" y="4651"/>
                    <a:pt x="17229" y="4480"/>
                    <a:pt x="17118" y="4311"/>
                  </a:cubicBezTo>
                  <a:cubicBezTo>
                    <a:pt x="16138" y="2760"/>
                    <a:pt x="14699" y="1521"/>
                    <a:pt x="12999" y="781"/>
                  </a:cubicBezTo>
                  <a:cubicBezTo>
                    <a:pt x="12799" y="691"/>
                    <a:pt x="12609" y="611"/>
                    <a:pt x="12409" y="541"/>
                  </a:cubicBezTo>
                  <a:cubicBezTo>
                    <a:pt x="11429" y="191"/>
                    <a:pt x="10379" y="1"/>
                    <a:pt x="9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0"/>
            <p:cNvSpPr/>
            <p:nvPr/>
          </p:nvSpPr>
          <p:spPr>
            <a:xfrm rot="-201210">
              <a:off x="1907724" y="3355760"/>
              <a:ext cx="952317" cy="896980"/>
            </a:xfrm>
            <a:custGeom>
              <a:avLst/>
              <a:gdLst/>
              <a:ahLst/>
              <a:cxnLst/>
              <a:rect l="l" t="t" r="r" b="b"/>
              <a:pathLst>
                <a:path w="18569" h="17490" extrusionOk="0">
                  <a:moveTo>
                    <a:pt x="12409" y="1"/>
                  </a:moveTo>
                  <a:lnTo>
                    <a:pt x="12409" y="8770"/>
                  </a:lnTo>
                  <a:lnTo>
                    <a:pt x="10989" y="8770"/>
                  </a:lnTo>
                  <a:cubicBezTo>
                    <a:pt x="10829" y="5250"/>
                    <a:pt x="7930" y="2451"/>
                    <a:pt x="4380" y="2451"/>
                  </a:cubicBezTo>
                  <a:lnTo>
                    <a:pt x="2470" y="2451"/>
                  </a:lnTo>
                  <a:cubicBezTo>
                    <a:pt x="2290" y="2640"/>
                    <a:pt x="2120" y="2840"/>
                    <a:pt x="1960" y="3040"/>
                  </a:cubicBezTo>
                  <a:lnTo>
                    <a:pt x="4380" y="3040"/>
                  </a:lnTo>
                  <a:cubicBezTo>
                    <a:pt x="7599" y="3040"/>
                    <a:pt x="10239" y="5580"/>
                    <a:pt x="10389" y="8770"/>
                  </a:cubicBezTo>
                  <a:lnTo>
                    <a:pt x="0" y="8770"/>
                  </a:lnTo>
                  <a:cubicBezTo>
                    <a:pt x="0" y="8960"/>
                    <a:pt x="11" y="9160"/>
                    <a:pt x="31" y="9360"/>
                  </a:cubicBezTo>
                  <a:lnTo>
                    <a:pt x="10389" y="9360"/>
                  </a:lnTo>
                  <a:cubicBezTo>
                    <a:pt x="10239" y="12539"/>
                    <a:pt x="7599" y="15079"/>
                    <a:pt x="4380" y="15079"/>
                  </a:cubicBezTo>
                  <a:lnTo>
                    <a:pt x="2510" y="15079"/>
                  </a:lnTo>
                  <a:cubicBezTo>
                    <a:pt x="2700" y="15289"/>
                    <a:pt x="2900" y="15489"/>
                    <a:pt x="3120" y="15679"/>
                  </a:cubicBezTo>
                  <a:lnTo>
                    <a:pt x="4380" y="15679"/>
                  </a:lnTo>
                  <a:cubicBezTo>
                    <a:pt x="7930" y="15679"/>
                    <a:pt x="10829" y="12870"/>
                    <a:pt x="10989" y="9360"/>
                  </a:cubicBezTo>
                  <a:lnTo>
                    <a:pt x="12409" y="9360"/>
                  </a:lnTo>
                  <a:lnTo>
                    <a:pt x="12409" y="17489"/>
                  </a:lnTo>
                  <a:cubicBezTo>
                    <a:pt x="12609" y="17419"/>
                    <a:pt x="12799" y="17339"/>
                    <a:pt x="12999" y="17249"/>
                  </a:cubicBezTo>
                  <a:lnTo>
                    <a:pt x="12999" y="9360"/>
                  </a:lnTo>
                  <a:lnTo>
                    <a:pt x="14479" y="9360"/>
                  </a:lnTo>
                  <a:cubicBezTo>
                    <a:pt x="14559" y="11270"/>
                    <a:pt x="15469" y="12979"/>
                    <a:pt x="16838" y="14130"/>
                  </a:cubicBezTo>
                  <a:cubicBezTo>
                    <a:pt x="16958" y="13970"/>
                    <a:pt x="17069" y="13810"/>
                    <a:pt x="17178" y="13639"/>
                  </a:cubicBezTo>
                  <a:cubicBezTo>
                    <a:pt x="15958" y="12590"/>
                    <a:pt x="15158" y="11070"/>
                    <a:pt x="15069" y="9360"/>
                  </a:cubicBezTo>
                  <a:lnTo>
                    <a:pt x="18549" y="9360"/>
                  </a:lnTo>
                  <a:cubicBezTo>
                    <a:pt x="18558" y="9160"/>
                    <a:pt x="18569" y="8960"/>
                    <a:pt x="18569" y="8770"/>
                  </a:cubicBezTo>
                  <a:lnTo>
                    <a:pt x="15069" y="8770"/>
                  </a:lnTo>
                  <a:cubicBezTo>
                    <a:pt x="15158" y="6940"/>
                    <a:pt x="16069" y="5330"/>
                    <a:pt x="17429" y="4291"/>
                  </a:cubicBezTo>
                  <a:cubicBezTo>
                    <a:pt x="17329" y="4111"/>
                    <a:pt x="17229" y="3940"/>
                    <a:pt x="17118" y="3771"/>
                  </a:cubicBezTo>
                  <a:cubicBezTo>
                    <a:pt x="15589" y="4920"/>
                    <a:pt x="14569" y="6730"/>
                    <a:pt x="14479" y="8770"/>
                  </a:cubicBezTo>
                  <a:lnTo>
                    <a:pt x="12999" y="8770"/>
                  </a:lnTo>
                  <a:lnTo>
                    <a:pt x="12999" y="241"/>
                  </a:lnTo>
                  <a:cubicBezTo>
                    <a:pt x="12799" y="151"/>
                    <a:pt x="12609" y="71"/>
                    <a:pt x="124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0"/>
            <p:cNvSpPr/>
            <p:nvPr/>
          </p:nvSpPr>
          <p:spPr>
            <a:xfrm rot="-201210">
              <a:off x="2600049" y="4227360"/>
              <a:ext cx="2564" cy="1077"/>
            </a:xfrm>
            <a:custGeom>
              <a:avLst/>
              <a:gdLst/>
              <a:ahLst/>
              <a:cxnLst/>
              <a:rect l="l" t="t" r="r" b="b"/>
              <a:pathLst>
                <a:path w="50" h="21" extrusionOk="0">
                  <a:moveTo>
                    <a:pt x="0" y="20"/>
                  </a:moveTo>
                  <a:lnTo>
                    <a:pt x="0" y="20"/>
                  </a:lnTo>
                  <a:lnTo>
                    <a:pt x="0" y="20"/>
                  </a:lnTo>
                  <a:close/>
                  <a:moveTo>
                    <a:pt x="10" y="10"/>
                  </a:moveTo>
                  <a:lnTo>
                    <a:pt x="10" y="20"/>
                  </a:lnTo>
                  <a:lnTo>
                    <a:pt x="10" y="10"/>
                  </a:lnTo>
                  <a:close/>
                  <a:moveTo>
                    <a:pt x="50" y="0"/>
                  </a:moveTo>
                  <a:lnTo>
                    <a:pt x="50" y="0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0"/>
            <p:cNvSpPr/>
            <p:nvPr/>
          </p:nvSpPr>
          <p:spPr>
            <a:xfrm rot="-201210">
              <a:off x="1913220" y="3515815"/>
              <a:ext cx="805128" cy="768767"/>
            </a:xfrm>
            <a:custGeom>
              <a:avLst/>
              <a:gdLst/>
              <a:ahLst/>
              <a:cxnLst/>
              <a:rect l="l" t="t" r="r" b="b"/>
              <a:pathLst>
                <a:path w="15699" h="14990" extrusionOk="0">
                  <a:moveTo>
                    <a:pt x="1960" y="0"/>
                  </a:moveTo>
                  <a:cubicBezTo>
                    <a:pt x="740" y="1571"/>
                    <a:pt x="0" y="3550"/>
                    <a:pt x="0" y="5700"/>
                  </a:cubicBezTo>
                  <a:lnTo>
                    <a:pt x="0" y="5730"/>
                  </a:lnTo>
                  <a:lnTo>
                    <a:pt x="2650" y="5730"/>
                  </a:lnTo>
                  <a:cubicBezTo>
                    <a:pt x="2280" y="4750"/>
                    <a:pt x="2050" y="3700"/>
                    <a:pt x="1980" y="2610"/>
                  </a:cubicBezTo>
                  <a:cubicBezTo>
                    <a:pt x="1960" y="2380"/>
                    <a:pt x="1950" y="2140"/>
                    <a:pt x="1950" y="1910"/>
                  </a:cubicBezTo>
                  <a:lnTo>
                    <a:pt x="1950" y="1890"/>
                  </a:lnTo>
                  <a:cubicBezTo>
                    <a:pt x="1950" y="1240"/>
                    <a:pt x="2010" y="611"/>
                    <a:pt x="2120" y="0"/>
                  </a:cubicBezTo>
                  <a:close/>
                  <a:moveTo>
                    <a:pt x="31" y="6320"/>
                  </a:moveTo>
                  <a:cubicBezTo>
                    <a:pt x="171" y="8530"/>
                    <a:pt x="1090" y="10530"/>
                    <a:pt x="2510" y="12039"/>
                  </a:cubicBezTo>
                  <a:lnTo>
                    <a:pt x="4380" y="12039"/>
                  </a:lnTo>
                  <a:cubicBezTo>
                    <a:pt x="5440" y="12039"/>
                    <a:pt x="6439" y="11769"/>
                    <a:pt x="7310" y="11279"/>
                  </a:cubicBezTo>
                  <a:cubicBezTo>
                    <a:pt x="6699" y="10919"/>
                    <a:pt x="6130" y="10499"/>
                    <a:pt x="5610" y="10030"/>
                  </a:cubicBezTo>
                  <a:cubicBezTo>
                    <a:pt x="5360" y="9810"/>
                    <a:pt x="5120" y="9579"/>
                    <a:pt x="4890" y="9339"/>
                  </a:cubicBezTo>
                  <a:cubicBezTo>
                    <a:pt x="4070" y="8459"/>
                    <a:pt x="3390" y="7440"/>
                    <a:pt x="2890" y="6320"/>
                  </a:cubicBezTo>
                  <a:close/>
                  <a:moveTo>
                    <a:pt x="15698" y="12419"/>
                  </a:moveTo>
                  <a:lnTo>
                    <a:pt x="15698" y="12419"/>
                  </a:lnTo>
                  <a:cubicBezTo>
                    <a:pt x="14829" y="12649"/>
                    <a:pt x="13929" y="12779"/>
                    <a:pt x="12999" y="12789"/>
                  </a:cubicBezTo>
                  <a:lnTo>
                    <a:pt x="12999" y="14209"/>
                  </a:lnTo>
                  <a:lnTo>
                    <a:pt x="13019" y="14209"/>
                  </a:lnTo>
                  <a:lnTo>
                    <a:pt x="13019" y="14199"/>
                  </a:lnTo>
                  <a:cubicBezTo>
                    <a:pt x="13039" y="14199"/>
                    <a:pt x="13049" y="14189"/>
                    <a:pt x="13059" y="14189"/>
                  </a:cubicBezTo>
                  <a:cubicBezTo>
                    <a:pt x="14039" y="13749"/>
                    <a:pt x="14929" y="13149"/>
                    <a:pt x="15698" y="12419"/>
                  </a:cubicBezTo>
                  <a:close/>
                  <a:moveTo>
                    <a:pt x="7919" y="11609"/>
                  </a:moveTo>
                  <a:cubicBezTo>
                    <a:pt x="6890" y="12259"/>
                    <a:pt x="5680" y="12639"/>
                    <a:pt x="4380" y="12639"/>
                  </a:cubicBezTo>
                  <a:lnTo>
                    <a:pt x="3120" y="12639"/>
                  </a:lnTo>
                  <a:cubicBezTo>
                    <a:pt x="4760" y="14099"/>
                    <a:pt x="6919" y="14989"/>
                    <a:pt x="9290" y="14989"/>
                  </a:cubicBezTo>
                  <a:cubicBezTo>
                    <a:pt x="10379" y="14989"/>
                    <a:pt x="11429" y="14799"/>
                    <a:pt x="12409" y="14449"/>
                  </a:cubicBezTo>
                  <a:lnTo>
                    <a:pt x="12409" y="12779"/>
                  </a:lnTo>
                  <a:cubicBezTo>
                    <a:pt x="10789" y="12719"/>
                    <a:pt x="9270" y="12299"/>
                    <a:pt x="7919" y="116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0"/>
            <p:cNvSpPr/>
            <p:nvPr/>
          </p:nvSpPr>
          <p:spPr>
            <a:xfrm rot="-201210">
              <a:off x="1912168" y="3507591"/>
              <a:ext cx="666658" cy="753381"/>
            </a:xfrm>
            <a:custGeom>
              <a:avLst/>
              <a:gdLst/>
              <a:ahLst/>
              <a:cxnLst/>
              <a:rect l="l" t="t" r="r" b="b"/>
              <a:pathLst>
                <a:path w="12999" h="14690" extrusionOk="0">
                  <a:moveTo>
                    <a:pt x="2160" y="0"/>
                  </a:moveTo>
                  <a:lnTo>
                    <a:pt x="2160" y="0"/>
                  </a:lnTo>
                  <a:cubicBezTo>
                    <a:pt x="2090" y="80"/>
                    <a:pt x="2030" y="160"/>
                    <a:pt x="1960" y="240"/>
                  </a:cubicBezTo>
                  <a:lnTo>
                    <a:pt x="2120" y="240"/>
                  </a:lnTo>
                  <a:cubicBezTo>
                    <a:pt x="2130" y="160"/>
                    <a:pt x="2150" y="80"/>
                    <a:pt x="2160" y="0"/>
                  </a:cubicBezTo>
                  <a:close/>
                  <a:moveTo>
                    <a:pt x="0" y="5970"/>
                  </a:moveTo>
                  <a:cubicBezTo>
                    <a:pt x="0" y="6160"/>
                    <a:pt x="11" y="6360"/>
                    <a:pt x="31" y="6560"/>
                  </a:cubicBezTo>
                  <a:lnTo>
                    <a:pt x="2890" y="6560"/>
                  </a:lnTo>
                  <a:cubicBezTo>
                    <a:pt x="2800" y="6360"/>
                    <a:pt x="2720" y="6170"/>
                    <a:pt x="2650" y="5970"/>
                  </a:cubicBezTo>
                  <a:close/>
                  <a:moveTo>
                    <a:pt x="7310" y="11519"/>
                  </a:moveTo>
                  <a:cubicBezTo>
                    <a:pt x="6439" y="12009"/>
                    <a:pt x="5440" y="12279"/>
                    <a:pt x="4380" y="12279"/>
                  </a:cubicBezTo>
                  <a:lnTo>
                    <a:pt x="2510" y="12279"/>
                  </a:lnTo>
                  <a:cubicBezTo>
                    <a:pt x="2700" y="12489"/>
                    <a:pt x="2900" y="12689"/>
                    <a:pt x="3120" y="12879"/>
                  </a:cubicBezTo>
                  <a:lnTo>
                    <a:pt x="4380" y="12879"/>
                  </a:lnTo>
                  <a:cubicBezTo>
                    <a:pt x="5680" y="12879"/>
                    <a:pt x="6890" y="12499"/>
                    <a:pt x="7919" y="11849"/>
                  </a:cubicBezTo>
                  <a:cubicBezTo>
                    <a:pt x="7710" y="11749"/>
                    <a:pt x="7510" y="11639"/>
                    <a:pt x="7310" y="11519"/>
                  </a:cubicBezTo>
                  <a:close/>
                  <a:moveTo>
                    <a:pt x="12409" y="13019"/>
                  </a:moveTo>
                  <a:lnTo>
                    <a:pt x="12409" y="14689"/>
                  </a:lnTo>
                  <a:cubicBezTo>
                    <a:pt x="12609" y="14619"/>
                    <a:pt x="12799" y="14539"/>
                    <a:pt x="12999" y="14449"/>
                  </a:cubicBezTo>
                  <a:lnTo>
                    <a:pt x="12999" y="13029"/>
                  </a:lnTo>
                  <a:lnTo>
                    <a:pt x="12859" y="13029"/>
                  </a:lnTo>
                  <a:cubicBezTo>
                    <a:pt x="12709" y="13029"/>
                    <a:pt x="12559" y="13029"/>
                    <a:pt x="12409" y="130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" name="Google Shape;288;p30"/>
          <p:cNvGrpSpPr/>
          <p:nvPr/>
        </p:nvGrpSpPr>
        <p:grpSpPr>
          <a:xfrm rot="-1237668">
            <a:off x="-315967" y="4363147"/>
            <a:ext cx="1006409" cy="1006457"/>
            <a:chOff x="1880684" y="3301028"/>
            <a:chExt cx="1006396" cy="1006445"/>
          </a:xfrm>
        </p:grpSpPr>
        <p:sp>
          <p:nvSpPr>
            <p:cNvPr id="289" name="Google Shape;289;p30"/>
            <p:cNvSpPr/>
            <p:nvPr/>
          </p:nvSpPr>
          <p:spPr>
            <a:xfrm rot="-201210">
              <a:off x="1907724" y="3328066"/>
              <a:ext cx="952317" cy="952368"/>
            </a:xfrm>
            <a:custGeom>
              <a:avLst/>
              <a:gdLst/>
              <a:ahLst/>
              <a:cxnLst/>
              <a:rect l="l" t="t" r="r" b="b"/>
              <a:pathLst>
                <a:path w="18569" h="18570" extrusionOk="0">
                  <a:moveTo>
                    <a:pt x="9290" y="1"/>
                  </a:moveTo>
                  <a:cubicBezTo>
                    <a:pt x="6590" y="1"/>
                    <a:pt x="4160" y="1151"/>
                    <a:pt x="2470" y="2991"/>
                  </a:cubicBezTo>
                  <a:cubicBezTo>
                    <a:pt x="2290" y="3180"/>
                    <a:pt x="2120" y="3380"/>
                    <a:pt x="1960" y="3580"/>
                  </a:cubicBezTo>
                  <a:cubicBezTo>
                    <a:pt x="740" y="5151"/>
                    <a:pt x="0" y="7130"/>
                    <a:pt x="0" y="9280"/>
                  </a:cubicBezTo>
                  <a:lnTo>
                    <a:pt x="0" y="9310"/>
                  </a:lnTo>
                  <a:cubicBezTo>
                    <a:pt x="0" y="9500"/>
                    <a:pt x="11" y="9700"/>
                    <a:pt x="31" y="9900"/>
                  </a:cubicBezTo>
                  <a:cubicBezTo>
                    <a:pt x="171" y="12110"/>
                    <a:pt x="1090" y="14110"/>
                    <a:pt x="2510" y="15619"/>
                  </a:cubicBezTo>
                  <a:cubicBezTo>
                    <a:pt x="2700" y="15829"/>
                    <a:pt x="2900" y="16029"/>
                    <a:pt x="3120" y="16219"/>
                  </a:cubicBezTo>
                  <a:cubicBezTo>
                    <a:pt x="4760" y="17679"/>
                    <a:pt x="6919" y="18569"/>
                    <a:pt x="9290" y="18569"/>
                  </a:cubicBezTo>
                  <a:cubicBezTo>
                    <a:pt x="10379" y="18569"/>
                    <a:pt x="11429" y="18379"/>
                    <a:pt x="12409" y="18029"/>
                  </a:cubicBezTo>
                  <a:cubicBezTo>
                    <a:pt x="12609" y="17959"/>
                    <a:pt x="12799" y="17879"/>
                    <a:pt x="12999" y="17789"/>
                  </a:cubicBezTo>
                  <a:cubicBezTo>
                    <a:pt x="14549" y="17119"/>
                    <a:pt x="15869" y="16029"/>
                    <a:pt x="16838" y="14670"/>
                  </a:cubicBezTo>
                  <a:cubicBezTo>
                    <a:pt x="16958" y="14510"/>
                    <a:pt x="17069" y="14350"/>
                    <a:pt x="17178" y="14179"/>
                  </a:cubicBezTo>
                  <a:cubicBezTo>
                    <a:pt x="17958" y="12919"/>
                    <a:pt x="18449" y="11459"/>
                    <a:pt x="18549" y="9900"/>
                  </a:cubicBezTo>
                  <a:cubicBezTo>
                    <a:pt x="18558" y="9700"/>
                    <a:pt x="18569" y="9500"/>
                    <a:pt x="18569" y="9310"/>
                  </a:cubicBezTo>
                  <a:lnTo>
                    <a:pt x="18569" y="9280"/>
                  </a:lnTo>
                  <a:cubicBezTo>
                    <a:pt x="18569" y="7670"/>
                    <a:pt x="18158" y="6150"/>
                    <a:pt x="17429" y="4831"/>
                  </a:cubicBezTo>
                  <a:cubicBezTo>
                    <a:pt x="17329" y="4651"/>
                    <a:pt x="17229" y="4480"/>
                    <a:pt x="17118" y="4311"/>
                  </a:cubicBezTo>
                  <a:cubicBezTo>
                    <a:pt x="16138" y="2760"/>
                    <a:pt x="14699" y="1521"/>
                    <a:pt x="12999" y="781"/>
                  </a:cubicBezTo>
                  <a:cubicBezTo>
                    <a:pt x="12799" y="691"/>
                    <a:pt x="12609" y="611"/>
                    <a:pt x="12409" y="541"/>
                  </a:cubicBezTo>
                  <a:cubicBezTo>
                    <a:pt x="11429" y="191"/>
                    <a:pt x="10379" y="1"/>
                    <a:pt x="9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0"/>
            <p:cNvSpPr/>
            <p:nvPr/>
          </p:nvSpPr>
          <p:spPr>
            <a:xfrm rot="-201210">
              <a:off x="1907724" y="3355760"/>
              <a:ext cx="952317" cy="896980"/>
            </a:xfrm>
            <a:custGeom>
              <a:avLst/>
              <a:gdLst/>
              <a:ahLst/>
              <a:cxnLst/>
              <a:rect l="l" t="t" r="r" b="b"/>
              <a:pathLst>
                <a:path w="18569" h="17490" extrusionOk="0">
                  <a:moveTo>
                    <a:pt x="12409" y="1"/>
                  </a:moveTo>
                  <a:lnTo>
                    <a:pt x="12409" y="8770"/>
                  </a:lnTo>
                  <a:lnTo>
                    <a:pt x="10989" y="8770"/>
                  </a:lnTo>
                  <a:cubicBezTo>
                    <a:pt x="10829" y="5250"/>
                    <a:pt x="7930" y="2451"/>
                    <a:pt x="4380" y="2451"/>
                  </a:cubicBezTo>
                  <a:lnTo>
                    <a:pt x="2470" y="2451"/>
                  </a:lnTo>
                  <a:cubicBezTo>
                    <a:pt x="2290" y="2640"/>
                    <a:pt x="2120" y="2840"/>
                    <a:pt x="1960" y="3040"/>
                  </a:cubicBezTo>
                  <a:lnTo>
                    <a:pt x="4380" y="3040"/>
                  </a:lnTo>
                  <a:cubicBezTo>
                    <a:pt x="7599" y="3040"/>
                    <a:pt x="10239" y="5580"/>
                    <a:pt x="10389" y="8770"/>
                  </a:cubicBezTo>
                  <a:lnTo>
                    <a:pt x="0" y="8770"/>
                  </a:lnTo>
                  <a:cubicBezTo>
                    <a:pt x="0" y="8960"/>
                    <a:pt x="11" y="9160"/>
                    <a:pt x="31" y="9360"/>
                  </a:cubicBezTo>
                  <a:lnTo>
                    <a:pt x="10389" y="9360"/>
                  </a:lnTo>
                  <a:cubicBezTo>
                    <a:pt x="10239" y="12539"/>
                    <a:pt x="7599" y="15079"/>
                    <a:pt x="4380" y="15079"/>
                  </a:cubicBezTo>
                  <a:lnTo>
                    <a:pt x="2510" y="15079"/>
                  </a:lnTo>
                  <a:cubicBezTo>
                    <a:pt x="2700" y="15289"/>
                    <a:pt x="2900" y="15489"/>
                    <a:pt x="3120" y="15679"/>
                  </a:cubicBezTo>
                  <a:lnTo>
                    <a:pt x="4380" y="15679"/>
                  </a:lnTo>
                  <a:cubicBezTo>
                    <a:pt x="7930" y="15679"/>
                    <a:pt x="10829" y="12870"/>
                    <a:pt x="10989" y="9360"/>
                  </a:cubicBezTo>
                  <a:lnTo>
                    <a:pt x="12409" y="9360"/>
                  </a:lnTo>
                  <a:lnTo>
                    <a:pt x="12409" y="17489"/>
                  </a:lnTo>
                  <a:cubicBezTo>
                    <a:pt x="12609" y="17419"/>
                    <a:pt x="12799" y="17339"/>
                    <a:pt x="12999" y="17249"/>
                  </a:cubicBezTo>
                  <a:lnTo>
                    <a:pt x="12999" y="9360"/>
                  </a:lnTo>
                  <a:lnTo>
                    <a:pt x="14479" y="9360"/>
                  </a:lnTo>
                  <a:cubicBezTo>
                    <a:pt x="14559" y="11270"/>
                    <a:pt x="15469" y="12979"/>
                    <a:pt x="16838" y="14130"/>
                  </a:cubicBezTo>
                  <a:cubicBezTo>
                    <a:pt x="16958" y="13970"/>
                    <a:pt x="17069" y="13810"/>
                    <a:pt x="17178" y="13639"/>
                  </a:cubicBezTo>
                  <a:cubicBezTo>
                    <a:pt x="15958" y="12590"/>
                    <a:pt x="15158" y="11070"/>
                    <a:pt x="15069" y="9360"/>
                  </a:cubicBezTo>
                  <a:lnTo>
                    <a:pt x="18549" y="9360"/>
                  </a:lnTo>
                  <a:cubicBezTo>
                    <a:pt x="18558" y="9160"/>
                    <a:pt x="18569" y="8960"/>
                    <a:pt x="18569" y="8770"/>
                  </a:cubicBezTo>
                  <a:lnTo>
                    <a:pt x="15069" y="8770"/>
                  </a:lnTo>
                  <a:cubicBezTo>
                    <a:pt x="15158" y="6940"/>
                    <a:pt x="16069" y="5330"/>
                    <a:pt x="17429" y="4291"/>
                  </a:cubicBezTo>
                  <a:cubicBezTo>
                    <a:pt x="17329" y="4111"/>
                    <a:pt x="17229" y="3940"/>
                    <a:pt x="17118" y="3771"/>
                  </a:cubicBezTo>
                  <a:cubicBezTo>
                    <a:pt x="15589" y="4920"/>
                    <a:pt x="14569" y="6730"/>
                    <a:pt x="14479" y="8770"/>
                  </a:cubicBezTo>
                  <a:lnTo>
                    <a:pt x="12999" y="8770"/>
                  </a:lnTo>
                  <a:lnTo>
                    <a:pt x="12999" y="241"/>
                  </a:lnTo>
                  <a:cubicBezTo>
                    <a:pt x="12799" y="151"/>
                    <a:pt x="12609" y="71"/>
                    <a:pt x="124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0"/>
            <p:cNvSpPr/>
            <p:nvPr/>
          </p:nvSpPr>
          <p:spPr>
            <a:xfrm rot="-201210">
              <a:off x="2600049" y="4227360"/>
              <a:ext cx="2564" cy="1077"/>
            </a:xfrm>
            <a:custGeom>
              <a:avLst/>
              <a:gdLst/>
              <a:ahLst/>
              <a:cxnLst/>
              <a:rect l="l" t="t" r="r" b="b"/>
              <a:pathLst>
                <a:path w="50" h="21" extrusionOk="0">
                  <a:moveTo>
                    <a:pt x="0" y="20"/>
                  </a:moveTo>
                  <a:lnTo>
                    <a:pt x="0" y="20"/>
                  </a:lnTo>
                  <a:lnTo>
                    <a:pt x="0" y="20"/>
                  </a:lnTo>
                  <a:close/>
                  <a:moveTo>
                    <a:pt x="10" y="10"/>
                  </a:moveTo>
                  <a:lnTo>
                    <a:pt x="10" y="20"/>
                  </a:lnTo>
                  <a:lnTo>
                    <a:pt x="10" y="10"/>
                  </a:lnTo>
                  <a:close/>
                  <a:moveTo>
                    <a:pt x="50" y="0"/>
                  </a:moveTo>
                  <a:lnTo>
                    <a:pt x="50" y="0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0"/>
            <p:cNvSpPr/>
            <p:nvPr/>
          </p:nvSpPr>
          <p:spPr>
            <a:xfrm rot="-201210">
              <a:off x="1913220" y="3515815"/>
              <a:ext cx="805128" cy="768767"/>
            </a:xfrm>
            <a:custGeom>
              <a:avLst/>
              <a:gdLst/>
              <a:ahLst/>
              <a:cxnLst/>
              <a:rect l="l" t="t" r="r" b="b"/>
              <a:pathLst>
                <a:path w="15699" h="14990" extrusionOk="0">
                  <a:moveTo>
                    <a:pt x="1960" y="0"/>
                  </a:moveTo>
                  <a:cubicBezTo>
                    <a:pt x="740" y="1571"/>
                    <a:pt x="0" y="3550"/>
                    <a:pt x="0" y="5700"/>
                  </a:cubicBezTo>
                  <a:lnTo>
                    <a:pt x="0" y="5730"/>
                  </a:lnTo>
                  <a:lnTo>
                    <a:pt x="2650" y="5730"/>
                  </a:lnTo>
                  <a:cubicBezTo>
                    <a:pt x="2280" y="4750"/>
                    <a:pt x="2050" y="3700"/>
                    <a:pt x="1980" y="2610"/>
                  </a:cubicBezTo>
                  <a:cubicBezTo>
                    <a:pt x="1960" y="2380"/>
                    <a:pt x="1950" y="2140"/>
                    <a:pt x="1950" y="1910"/>
                  </a:cubicBezTo>
                  <a:lnTo>
                    <a:pt x="1950" y="1890"/>
                  </a:lnTo>
                  <a:cubicBezTo>
                    <a:pt x="1950" y="1240"/>
                    <a:pt x="2010" y="611"/>
                    <a:pt x="2120" y="0"/>
                  </a:cubicBezTo>
                  <a:close/>
                  <a:moveTo>
                    <a:pt x="31" y="6320"/>
                  </a:moveTo>
                  <a:cubicBezTo>
                    <a:pt x="171" y="8530"/>
                    <a:pt x="1090" y="10530"/>
                    <a:pt x="2510" y="12039"/>
                  </a:cubicBezTo>
                  <a:lnTo>
                    <a:pt x="4380" y="12039"/>
                  </a:lnTo>
                  <a:cubicBezTo>
                    <a:pt x="5440" y="12039"/>
                    <a:pt x="6439" y="11769"/>
                    <a:pt x="7310" y="11279"/>
                  </a:cubicBezTo>
                  <a:cubicBezTo>
                    <a:pt x="6699" y="10919"/>
                    <a:pt x="6130" y="10499"/>
                    <a:pt x="5610" y="10030"/>
                  </a:cubicBezTo>
                  <a:cubicBezTo>
                    <a:pt x="5360" y="9810"/>
                    <a:pt x="5120" y="9579"/>
                    <a:pt x="4890" y="9339"/>
                  </a:cubicBezTo>
                  <a:cubicBezTo>
                    <a:pt x="4070" y="8459"/>
                    <a:pt x="3390" y="7440"/>
                    <a:pt x="2890" y="6320"/>
                  </a:cubicBezTo>
                  <a:close/>
                  <a:moveTo>
                    <a:pt x="15698" y="12419"/>
                  </a:moveTo>
                  <a:lnTo>
                    <a:pt x="15698" y="12419"/>
                  </a:lnTo>
                  <a:cubicBezTo>
                    <a:pt x="14829" y="12649"/>
                    <a:pt x="13929" y="12779"/>
                    <a:pt x="12999" y="12789"/>
                  </a:cubicBezTo>
                  <a:lnTo>
                    <a:pt x="12999" y="14209"/>
                  </a:lnTo>
                  <a:lnTo>
                    <a:pt x="13019" y="14209"/>
                  </a:lnTo>
                  <a:lnTo>
                    <a:pt x="13019" y="14199"/>
                  </a:lnTo>
                  <a:cubicBezTo>
                    <a:pt x="13039" y="14199"/>
                    <a:pt x="13049" y="14189"/>
                    <a:pt x="13059" y="14189"/>
                  </a:cubicBezTo>
                  <a:cubicBezTo>
                    <a:pt x="14039" y="13749"/>
                    <a:pt x="14929" y="13149"/>
                    <a:pt x="15698" y="12419"/>
                  </a:cubicBezTo>
                  <a:close/>
                  <a:moveTo>
                    <a:pt x="7919" y="11609"/>
                  </a:moveTo>
                  <a:cubicBezTo>
                    <a:pt x="6890" y="12259"/>
                    <a:pt x="5680" y="12639"/>
                    <a:pt x="4380" y="12639"/>
                  </a:cubicBezTo>
                  <a:lnTo>
                    <a:pt x="3120" y="12639"/>
                  </a:lnTo>
                  <a:cubicBezTo>
                    <a:pt x="4760" y="14099"/>
                    <a:pt x="6919" y="14989"/>
                    <a:pt x="9290" y="14989"/>
                  </a:cubicBezTo>
                  <a:cubicBezTo>
                    <a:pt x="10379" y="14989"/>
                    <a:pt x="11429" y="14799"/>
                    <a:pt x="12409" y="14449"/>
                  </a:cubicBezTo>
                  <a:lnTo>
                    <a:pt x="12409" y="12779"/>
                  </a:lnTo>
                  <a:cubicBezTo>
                    <a:pt x="10789" y="12719"/>
                    <a:pt x="9270" y="12299"/>
                    <a:pt x="7919" y="116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0"/>
            <p:cNvSpPr/>
            <p:nvPr/>
          </p:nvSpPr>
          <p:spPr>
            <a:xfrm rot="-201210">
              <a:off x="1912168" y="3507591"/>
              <a:ext cx="666658" cy="753381"/>
            </a:xfrm>
            <a:custGeom>
              <a:avLst/>
              <a:gdLst/>
              <a:ahLst/>
              <a:cxnLst/>
              <a:rect l="l" t="t" r="r" b="b"/>
              <a:pathLst>
                <a:path w="12999" h="14690" extrusionOk="0">
                  <a:moveTo>
                    <a:pt x="2160" y="0"/>
                  </a:moveTo>
                  <a:lnTo>
                    <a:pt x="2160" y="0"/>
                  </a:lnTo>
                  <a:cubicBezTo>
                    <a:pt x="2090" y="80"/>
                    <a:pt x="2030" y="160"/>
                    <a:pt x="1960" y="240"/>
                  </a:cubicBezTo>
                  <a:lnTo>
                    <a:pt x="2120" y="240"/>
                  </a:lnTo>
                  <a:cubicBezTo>
                    <a:pt x="2130" y="160"/>
                    <a:pt x="2150" y="80"/>
                    <a:pt x="2160" y="0"/>
                  </a:cubicBezTo>
                  <a:close/>
                  <a:moveTo>
                    <a:pt x="0" y="5970"/>
                  </a:moveTo>
                  <a:cubicBezTo>
                    <a:pt x="0" y="6160"/>
                    <a:pt x="11" y="6360"/>
                    <a:pt x="31" y="6560"/>
                  </a:cubicBezTo>
                  <a:lnTo>
                    <a:pt x="2890" y="6560"/>
                  </a:lnTo>
                  <a:cubicBezTo>
                    <a:pt x="2800" y="6360"/>
                    <a:pt x="2720" y="6170"/>
                    <a:pt x="2650" y="5970"/>
                  </a:cubicBezTo>
                  <a:close/>
                  <a:moveTo>
                    <a:pt x="7310" y="11519"/>
                  </a:moveTo>
                  <a:cubicBezTo>
                    <a:pt x="6439" y="12009"/>
                    <a:pt x="5440" y="12279"/>
                    <a:pt x="4380" y="12279"/>
                  </a:cubicBezTo>
                  <a:lnTo>
                    <a:pt x="2510" y="12279"/>
                  </a:lnTo>
                  <a:cubicBezTo>
                    <a:pt x="2700" y="12489"/>
                    <a:pt x="2900" y="12689"/>
                    <a:pt x="3120" y="12879"/>
                  </a:cubicBezTo>
                  <a:lnTo>
                    <a:pt x="4380" y="12879"/>
                  </a:lnTo>
                  <a:cubicBezTo>
                    <a:pt x="5680" y="12879"/>
                    <a:pt x="6890" y="12499"/>
                    <a:pt x="7919" y="11849"/>
                  </a:cubicBezTo>
                  <a:cubicBezTo>
                    <a:pt x="7710" y="11749"/>
                    <a:pt x="7510" y="11639"/>
                    <a:pt x="7310" y="11519"/>
                  </a:cubicBezTo>
                  <a:close/>
                  <a:moveTo>
                    <a:pt x="12409" y="13019"/>
                  </a:moveTo>
                  <a:lnTo>
                    <a:pt x="12409" y="14689"/>
                  </a:lnTo>
                  <a:cubicBezTo>
                    <a:pt x="12609" y="14619"/>
                    <a:pt x="12799" y="14539"/>
                    <a:pt x="12999" y="14449"/>
                  </a:cubicBezTo>
                  <a:lnTo>
                    <a:pt x="12999" y="13029"/>
                  </a:lnTo>
                  <a:lnTo>
                    <a:pt x="12859" y="13029"/>
                  </a:lnTo>
                  <a:cubicBezTo>
                    <a:pt x="12709" y="13029"/>
                    <a:pt x="12559" y="13029"/>
                    <a:pt x="12409" y="130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" name="Google Shape;294;p30"/>
          <p:cNvGrpSpPr/>
          <p:nvPr/>
        </p:nvGrpSpPr>
        <p:grpSpPr>
          <a:xfrm rot="-1452724">
            <a:off x="8177209" y="3319118"/>
            <a:ext cx="834369" cy="834369"/>
            <a:chOff x="285991" y="3056457"/>
            <a:chExt cx="834400" cy="834400"/>
          </a:xfrm>
        </p:grpSpPr>
        <p:sp>
          <p:nvSpPr>
            <p:cNvPr id="295" name="Google Shape;295;p30"/>
            <p:cNvSpPr/>
            <p:nvPr/>
          </p:nvSpPr>
          <p:spPr>
            <a:xfrm>
              <a:off x="285991" y="3056457"/>
              <a:ext cx="834400" cy="834400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30" y="1"/>
                  </a:moveTo>
                  <a:cubicBezTo>
                    <a:pt x="7030" y="1"/>
                    <a:pt x="6340" y="90"/>
                    <a:pt x="5690" y="270"/>
                  </a:cubicBezTo>
                  <a:cubicBezTo>
                    <a:pt x="5510" y="321"/>
                    <a:pt x="5330" y="370"/>
                    <a:pt x="5150" y="441"/>
                  </a:cubicBezTo>
                  <a:cubicBezTo>
                    <a:pt x="2730" y="1300"/>
                    <a:pt x="860" y="3330"/>
                    <a:pt x="231" y="5850"/>
                  </a:cubicBezTo>
                  <a:cubicBezTo>
                    <a:pt x="160" y="6140"/>
                    <a:pt x="100" y="6430"/>
                    <a:pt x="71" y="6729"/>
                  </a:cubicBezTo>
                  <a:cubicBezTo>
                    <a:pt x="20" y="7060"/>
                    <a:pt x="0" y="7389"/>
                    <a:pt x="0" y="7729"/>
                  </a:cubicBezTo>
                  <a:cubicBezTo>
                    <a:pt x="0" y="8440"/>
                    <a:pt x="100" y="9129"/>
                    <a:pt x="280" y="9780"/>
                  </a:cubicBezTo>
                  <a:cubicBezTo>
                    <a:pt x="331" y="9980"/>
                    <a:pt x="400" y="10169"/>
                    <a:pt x="471" y="10360"/>
                  </a:cubicBezTo>
                  <a:cubicBezTo>
                    <a:pt x="751" y="11159"/>
                    <a:pt x="1171" y="11899"/>
                    <a:pt x="1691" y="12549"/>
                  </a:cubicBezTo>
                  <a:cubicBezTo>
                    <a:pt x="1811" y="12689"/>
                    <a:pt x="1931" y="12829"/>
                    <a:pt x="2060" y="12969"/>
                  </a:cubicBezTo>
                  <a:cubicBezTo>
                    <a:pt x="2220" y="13149"/>
                    <a:pt x="2391" y="13319"/>
                    <a:pt x="2571" y="13479"/>
                  </a:cubicBezTo>
                  <a:cubicBezTo>
                    <a:pt x="2800" y="13679"/>
                    <a:pt x="3030" y="13869"/>
                    <a:pt x="3270" y="14039"/>
                  </a:cubicBezTo>
                  <a:cubicBezTo>
                    <a:pt x="4530" y="14929"/>
                    <a:pt x="6070" y="15459"/>
                    <a:pt x="7730" y="15459"/>
                  </a:cubicBezTo>
                  <a:cubicBezTo>
                    <a:pt x="9390" y="15459"/>
                    <a:pt x="10930" y="14929"/>
                    <a:pt x="12189" y="14039"/>
                  </a:cubicBezTo>
                  <a:cubicBezTo>
                    <a:pt x="12439" y="13869"/>
                    <a:pt x="12669" y="13679"/>
                    <a:pt x="12899" y="13479"/>
                  </a:cubicBezTo>
                  <a:cubicBezTo>
                    <a:pt x="13659" y="12799"/>
                    <a:pt x="14279" y="11959"/>
                    <a:pt x="14729" y="11019"/>
                  </a:cubicBezTo>
                  <a:cubicBezTo>
                    <a:pt x="14809" y="10839"/>
                    <a:pt x="14889" y="10649"/>
                    <a:pt x="14969" y="10460"/>
                  </a:cubicBezTo>
                  <a:cubicBezTo>
                    <a:pt x="15259" y="9700"/>
                    <a:pt x="15429" y="8869"/>
                    <a:pt x="15459" y="8009"/>
                  </a:cubicBezTo>
                  <a:lnTo>
                    <a:pt x="15459" y="7729"/>
                  </a:lnTo>
                  <a:lnTo>
                    <a:pt x="15459" y="7449"/>
                  </a:lnTo>
                  <a:cubicBezTo>
                    <a:pt x="15379" y="5130"/>
                    <a:pt x="14269" y="3070"/>
                    <a:pt x="12589" y="1710"/>
                  </a:cubicBezTo>
                  <a:cubicBezTo>
                    <a:pt x="12339" y="1510"/>
                    <a:pt x="12069" y="1320"/>
                    <a:pt x="11799" y="1150"/>
                  </a:cubicBezTo>
                  <a:cubicBezTo>
                    <a:pt x="10910" y="601"/>
                    <a:pt x="9899" y="221"/>
                    <a:pt x="8819" y="70"/>
                  </a:cubicBezTo>
                  <a:cubicBezTo>
                    <a:pt x="8610" y="41"/>
                    <a:pt x="8410" y="21"/>
                    <a:pt x="8199" y="10"/>
                  </a:cubicBezTo>
                  <a:cubicBezTo>
                    <a:pt x="8050" y="1"/>
                    <a:pt x="7890" y="1"/>
                    <a:pt x="77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285991" y="3169804"/>
              <a:ext cx="703294" cy="721052"/>
            </a:xfrm>
            <a:custGeom>
              <a:avLst/>
              <a:gdLst/>
              <a:ahLst/>
              <a:cxnLst/>
              <a:rect l="l" t="t" r="r" b="b"/>
              <a:pathLst>
                <a:path w="13030" h="13359" extrusionOk="0">
                  <a:moveTo>
                    <a:pt x="2431" y="0"/>
                  </a:moveTo>
                  <a:lnTo>
                    <a:pt x="2431" y="0"/>
                  </a:lnTo>
                  <a:cubicBezTo>
                    <a:pt x="1380" y="990"/>
                    <a:pt x="611" y="2270"/>
                    <a:pt x="240" y="3710"/>
                  </a:cubicBezTo>
                  <a:lnTo>
                    <a:pt x="240" y="3720"/>
                  </a:lnTo>
                  <a:lnTo>
                    <a:pt x="240" y="3730"/>
                  </a:lnTo>
                  <a:lnTo>
                    <a:pt x="240" y="3740"/>
                  </a:lnTo>
                  <a:cubicBezTo>
                    <a:pt x="231" y="3740"/>
                    <a:pt x="231" y="3740"/>
                    <a:pt x="231" y="3750"/>
                  </a:cubicBezTo>
                  <a:cubicBezTo>
                    <a:pt x="160" y="4040"/>
                    <a:pt x="100" y="4330"/>
                    <a:pt x="71" y="4629"/>
                  </a:cubicBezTo>
                  <a:cubicBezTo>
                    <a:pt x="20" y="4960"/>
                    <a:pt x="0" y="5289"/>
                    <a:pt x="0" y="5629"/>
                  </a:cubicBezTo>
                  <a:cubicBezTo>
                    <a:pt x="0" y="6340"/>
                    <a:pt x="100" y="7029"/>
                    <a:pt x="280" y="7680"/>
                  </a:cubicBezTo>
                  <a:cubicBezTo>
                    <a:pt x="331" y="7880"/>
                    <a:pt x="400" y="8069"/>
                    <a:pt x="471" y="8260"/>
                  </a:cubicBezTo>
                  <a:cubicBezTo>
                    <a:pt x="751" y="9059"/>
                    <a:pt x="1171" y="9799"/>
                    <a:pt x="1691" y="10449"/>
                  </a:cubicBezTo>
                  <a:cubicBezTo>
                    <a:pt x="1811" y="10589"/>
                    <a:pt x="1931" y="10729"/>
                    <a:pt x="2060" y="10869"/>
                  </a:cubicBezTo>
                  <a:cubicBezTo>
                    <a:pt x="2220" y="11049"/>
                    <a:pt x="2391" y="11219"/>
                    <a:pt x="2571" y="11379"/>
                  </a:cubicBezTo>
                  <a:cubicBezTo>
                    <a:pt x="2800" y="11579"/>
                    <a:pt x="3030" y="11769"/>
                    <a:pt x="3270" y="11939"/>
                  </a:cubicBezTo>
                  <a:cubicBezTo>
                    <a:pt x="4530" y="12829"/>
                    <a:pt x="6070" y="13359"/>
                    <a:pt x="7730" y="13359"/>
                  </a:cubicBezTo>
                  <a:cubicBezTo>
                    <a:pt x="9390" y="13359"/>
                    <a:pt x="10930" y="12829"/>
                    <a:pt x="12189" y="11939"/>
                  </a:cubicBezTo>
                  <a:cubicBezTo>
                    <a:pt x="12439" y="11769"/>
                    <a:pt x="12669" y="11579"/>
                    <a:pt x="12899" y="11379"/>
                  </a:cubicBezTo>
                  <a:lnTo>
                    <a:pt x="13029" y="11249"/>
                  </a:lnTo>
                  <a:lnTo>
                    <a:pt x="13029" y="11249"/>
                  </a:lnTo>
                  <a:cubicBezTo>
                    <a:pt x="12529" y="11339"/>
                    <a:pt x="12009" y="11379"/>
                    <a:pt x="11490" y="11379"/>
                  </a:cubicBezTo>
                  <a:cubicBezTo>
                    <a:pt x="9490" y="11379"/>
                    <a:pt x="7640" y="10749"/>
                    <a:pt x="6130" y="9679"/>
                  </a:cubicBezTo>
                  <a:cubicBezTo>
                    <a:pt x="5830" y="9469"/>
                    <a:pt x="5550" y="9249"/>
                    <a:pt x="5280" y="9009"/>
                  </a:cubicBezTo>
                  <a:cubicBezTo>
                    <a:pt x="5070" y="8809"/>
                    <a:pt x="4860" y="8609"/>
                    <a:pt x="4660" y="8389"/>
                  </a:cubicBezTo>
                  <a:cubicBezTo>
                    <a:pt x="4510" y="8229"/>
                    <a:pt x="4360" y="8060"/>
                    <a:pt x="4220" y="7880"/>
                  </a:cubicBezTo>
                  <a:cubicBezTo>
                    <a:pt x="3600" y="7100"/>
                    <a:pt x="3100" y="6220"/>
                    <a:pt x="2750" y="5260"/>
                  </a:cubicBezTo>
                  <a:cubicBezTo>
                    <a:pt x="2670" y="5029"/>
                    <a:pt x="2591" y="4800"/>
                    <a:pt x="2531" y="4560"/>
                  </a:cubicBezTo>
                  <a:cubicBezTo>
                    <a:pt x="2311" y="3770"/>
                    <a:pt x="2200" y="2950"/>
                    <a:pt x="2200" y="2090"/>
                  </a:cubicBezTo>
                  <a:cubicBezTo>
                    <a:pt x="2200" y="1690"/>
                    <a:pt x="2220" y="1290"/>
                    <a:pt x="2271" y="900"/>
                  </a:cubicBezTo>
                  <a:cubicBezTo>
                    <a:pt x="2311" y="590"/>
                    <a:pt x="2371" y="300"/>
                    <a:pt x="2431" y="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424706" y="3783986"/>
              <a:ext cx="557508" cy="30280"/>
            </a:xfrm>
            <a:custGeom>
              <a:avLst/>
              <a:gdLst/>
              <a:ahLst/>
              <a:cxnLst/>
              <a:rect l="l" t="t" r="r" b="b"/>
              <a:pathLst>
                <a:path w="10329" h="561" extrusionOk="0">
                  <a:moveTo>
                    <a:pt x="1" y="0"/>
                  </a:moveTo>
                  <a:cubicBezTo>
                    <a:pt x="230" y="200"/>
                    <a:pt x="460" y="390"/>
                    <a:pt x="700" y="560"/>
                  </a:cubicBezTo>
                  <a:lnTo>
                    <a:pt x="9619" y="560"/>
                  </a:lnTo>
                  <a:cubicBezTo>
                    <a:pt x="9869" y="390"/>
                    <a:pt x="10099" y="200"/>
                    <a:pt x="103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289769" y="3056996"/>
              <a:ext cx="830621" cy="699462"/>
            </a:xfrm>
            <a:custGeom>
              <a:avLst/>
              <a:gdLst/>
              <a:ahLst/>
              <a:cxnLst/>
              <a:rect l="l" t="t" r="r" b="b"/>
              <a:pathLst>
                <a:path w="15389" h="12959" extrusionOk="0">
                  <a:moveTo>
                    <a:pt x="8129" y="0"/>
                  </a:moveTo>
                  <a:lnTo>
                    <a:pt x="10740" y="7439"/>
                  </a:lnTo>
                  <a:lnTo>
                    <a:pt x="8129" y="7439"/>
                  </a:lnTo>
                  <a:cubicBezTo>
                    <a:pt x="8129" y="7419"/>
                    <a:pt x="8120" y="7410"/>
                    <a:pt x="8120" y="7390"/>
                  </a:cubicBezTo>
                  <a:lnTo>
                    <a:pt x="5620" y="260"/>
                  </a:lnTo>
                  <a:cubicBezTo>
                    <a:pt x="5440" y="311"/>
                    <a:pt x="5260" y="360"/>
                    <a:pt x="5080" y="431"/>
                  </a:cubicBezTo>
                  <a:lnTo>
                    <a:pt x="5410" y="1360"/>
                  </a:lnTo>
                  <a:lnTo>
                    <a:pt x="161" y="5840"/>
                  </a:lnTo>
                  <a:cubicBezTo>
                    <a:pt x="90" y="6130"/>
                    <a:pt x="30" y="6420"/>
                    <a:pt x="1" y="6719"/>
                  </a:cubicBezTo>
                  <a:lnTo>
                    <a:pt x="5610" y="1930"/>
                  </a:lnTo>
                  <a:lnTo>
                    <a:pt x="6480" y="4410"/>
                  </a:lnTo>
                  <a:lnTo>
                    <a:pt x="210" y="9770"/>
                  </a:lnTo>
                  <a:cubicBezTo>
                    <a:pt x="261" y="9970"/>
                    <a:pt x="330" y="10159"/>
                    <a:pt x="401" y="10350"/>
                  </a:cubicBezTo>
                  <a:lnTo>
                    <a:pt x="6680" y="4980"/>
                  </a:lnTo>
                  <a:lnTo>
                    <a:pt x="7550" y="7470"/>
                  </a:lnTo>
                  <a:lnTo>
                    <a:pt x="1621" y="12539"/>
                  </a:lnTo>
                  <a:cubicBezTo>
                    <a:pt x="1741" y="12679"/>
                    <a:pt x="1861" y="12819"/>
                    <a:pt x="1990" y="12959"/>
                  </a:cubicBezTo>
                  <a:lnTo>
                    <a:pt x="4260" y="11009"/>
                  </a:lnTo>
                  <a:lnTo>
                    <a:pt x="14659" y="11009"/>
                  </a:lnTo>
                  <a:cubicBezTo>
                    <a:pt x="14739" y="10829"/>
                    <a:pt x="14819" y="10639"/>
                    <a:pt x="14899" y="10450"/>
                  </a:cubicBezTo>
                  <a:lnTo>
                    <a:pt x="4920" y="10450"/>
                  </a:lnTo>
                  <a:lnTo>
                    <a:pt x="7790" y="7999"/>
                  </a:lnTo>
                  <a:lnTo>
                    <a:pt x="15389" y="7999"/>
                  </a:lnTo>
                  <a:lnTo>
                    <a:pt x="15389" y="7719"/>
                  </a:lnTo>
                  <a:lnTo>
                    <a:pt x="15389" y="7439"/>
                  </a:lnTo>
                  <a:lnTo>
                    <a:pt x="14529" y="7439"/>
                  </a:lnTo>
                  <a:lnTo>
                    <a:pt x="12519" y="1700"/>
                  </a:lnTo>
                  <a:cubicBezTo>
                    <a:pt x="12269" y="1500"/>
                    <a:pt x="11999" y="1310"/>
                    <a:pt x="11729" y="1140"/>
                  </a:cubicBezTo>
                  <a:lnTo>
                    <a:pt x="11729" y="1140"/>
                  </a:lnTo>
                  <a:lnTo>
                    <a:pt x="13929" y="7439"/>
                  </a:lnTo>
                  <a:lnTo>
                    <a:pt x="11329" y="7439"/>
                  </a:lnTo>
                  <a:lnTo>
                    <a:pt x="8749" y="60"/>
                  </a:lnTo>
                  <a:cubicBezTo>
                    <a:pt x="8540" y="31"/>
                    <a:pt x="8340" y="11"/>
                    <a:pt x="81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9" name="Google Shape;299;p30"/>
          <p:cNvGrpSpPr/>
          <p:nvPr/>
        </p:nvGrpSpPr>
        <p:grpSpPr>
          <a:xfrm rot="-3579022">
            <a:off x="3908102" y="3589834"/>
            <a:ext cx="834440" cy="834440"/>
            <a:chOff x="285991" y="3056457"/>
            <a:chExt cx="834400" cy="834400"/>
          </a:xfrm>
        </p:grpSpPr>
        <p:sp>
          <p:nvSpPr>
            <p:cNvPr id="300" name="Google Shape;300;p30"/>
            <p:cNvSpPr/>
            <p:nvPr/>
          </p:nvSpPr>
          <p:spPr>
            <a:xfrm>
              <a:off x="285991" y="3056457"/>
              <a:ext cx="834400" cy="834400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30" y="1"/>
                  </a:moveTo>
                  <a:cubicBezTo>
                    <a:pt x="7030" y="1"/>
                    <a:pt x="6340" y="90"/>
                    <a:pt x="5690" y="270"/>
                  </a:cubicBezTo>
                  <a:cubicBezTo>
                    <a:pt x="5510" y="321"/>
                    <a:pt x="5330" y="370"/>
                    <a:pt x="5150" y="441"/>
                  </a:cubicBezTo>
                  <a:cubicBezTo>
                    <a:pt x="2730" y="1300"/>
                    <a:pt x="860" y="3330"/>
                    <a:pt x="231" y="5850"/>
                  </a:cubicBezTo>
                  <a:cubicBezTo>
                    <a:pt x="160" y="6140"/>
                    <a:pt x="100" y="6430"/>
                    <a:pt x="71" y="6729"/>
                  </a:cubicBezTo>
                  <a:cubicBezTo>
                    <a:pt x="20" y="7060"/>
                    <a:pt x="0" y="7389"/>
                    <a:pt x="0" y="7729"/>
                  </a:cubicBezTo>
                  <a:cubicBezTo>
                    <a:pt x="0" y="8440"/>
                    <a:pt x="100" y="9129"/>
                    <a:pt x="280" y="9780"/>
                  </a:cubicBezTo>
                  <a:cubicBezTo>
                    <a:pt x="331" y="9980"/>
                    <a:pt x="400" y="10169"/>
                    <a:pt x="471" y="10360"/>
                  </a:cubicBezTo>
                  <a:cubicBezTo>
                    <a:pt x="751" y="11159"/>
                    <a:pt x="1171" y="11899"/>
                    <a:pt x="1691" y="12549"/>
                  </a:cubicBezTo>
                  <a:cubicBezTo>
                    <a:pt x="1811" y="12689"/>
                    <a:pt x="1931" y="12829"/>
                    <a:pt x="2060" y="12969"/>
                  </a:cubicBezTo>
                  <a:cubicBezTo>
                    <a:pt x="2220" y="13149"/>
                    <a:pt x="2391" y="13319"/>
                    <a:pt x="2571" y="13479"/>
                  </a:cubicBezTo>
                  <a:cubicBezTo>
                    <a:pt x="2800" y="13679"/>
                    <a:pt x="3030" y="13869"/>
                    <a:pt x="3270" y="14039"/>
                  </a:cubicBezTo>
                  <a:cubicBezTo>
                    <a:pt x="4530" y="14929"/>
                    <a:pt x="6070" y="15459"/>
                    <a:pt x="7730" y="15459"/>
                  </a:cubicBezTo>
                  <a:cubicBezTo>
                    <a:pt x="9390" y="15459"/>
                    <a:pt x="10930" y="14929"/>
                    <a:pt x="12189" y="14039"/>
                  </a:cubicBezTo>
                  <a:cubicBezTo>
                    <a:pt x="12439" y="13869"/>
                    <a:pt x="12669" y="13679"/>
                    <a:pt x="12899" y="13479"/>
                  </a:cubicBezTo>
                  <a:cubicBezTo>
                    <a:pt x="13659" y="12799"/>
                    <a:pt x="14279" y="11959"/>
                    <a:pt x="14729" y="11019"/>
                  </a:cubicBezTo>
                  <a:cubicBezTo>
                    <a:pt x="14809" y="10839"/>
                    <a:pt x="14889" y="10649"/>
                    <a:pt x="14969" y="10460"/>
                  </a:cubicBezTo>
                  <a:cubicBezTo>
                    <a:pt x="15259" y="9700"/>
                    <a:pt x="15429" y="8869"/>
                    <a:pt x="15459" y="8009"/>
                  </a:cubicBezTo>
                  <a:lnTo>
                    <a:pt x="15459" y="7729"/>
                  </a:lnTo>
                  <a:lnTo>
                    <a:pt x="15459" y="7449"/>
                  </a:lnTo>
                  <a:cubicBezTo>
                    <a:pt x="15379" y="5130"/>
                    <a:pt x="14269" y="3070"/>
                    <a:pt x="12589" y="1710"/>
                  </a:cubicBezTo>
                  <a:cubicBezTo>
                    <a:pt x="12339" y="1510"/>
                    <a:pt x="12069" y="1320"/>
                    <a:pt x="11799" y="1150"/>
                  </a:cubicBezTo>
                  <a:cubicBezTo>
                    <a:pt x="10910" y="601"/>
                    <a:pt x="9899" y="221"/>
                    <a:pt x="8819" y="70"/>
                  </a:cubicBezTo>
                  <a:cubicBezTo>
                    <a:pt x="8610" y="41"/>
                    <a:pt x="8410" y="21"/>
                    <a:pt x="8199" y="10"/>
                  </a:cubicBezTo>
                  <a:cubicBezTo>
                    <a:pt x="8050" y="1"/>
                    <a:pt x="7890" y="1"/>
                    <a:pt x="77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285991" y="3169804"/>
              <a:ext cx="703294" cy="721052"/>
            </a:xfrm>
            <a:custGeom>
              <a:avLst/>
              <a:gdLst/>
              <a:ahLst/>
              <a:cxnLst/>
              <a:rect l="l" t="t" r="r" b="b"/>
              <a:pathLst>
                <a:path w="13030" h="13359" extrusionOk="0">
                  <a:moveTo>
                    <a:pt x="2431" y="0"/>
                  </a:moveTo>
                  <a:lnTo>
                    <a:pt x="2431" y="0"/>
                  </a:lnTo>
                  <a:cubicBezTo>
                    <a:pt x="1380" y="990"/>
                    <a:pt x="611" y="2270"/>
                    <a:pt x="240" y="3710"/>
                  </a:cubicBezTo>
                  <a:lnTo>
                    <a:pt x="240" y="3720"/>
                  </a:lnTo>
                  <a:lnTo>
                    <a:pt x="240" y="3730"/>
                  </a:lnTo>
                  <a:lnTo>
                    <a:pt x="240" y="3740"/>
                  </a:lnTo>
                  <a:cubicBezTo>
                    <a:pt x="231" y="3740"/>
                    <a:pt x="231" y="3740"/>
                    <a:pt x="231" y="3750"/>
                  </a:cubicBezTo>
                  <a:cubicBezTo>
                    <a:pt x="160" y="4040"/>
                    <a:pt x="100" y="4330"/>
                    <a:pt x="71" y="4629"/>
                  </a:cubicBezTo>
                  <a:cubicBezTo>
                    <a:pt x="20" y="4960"/>
                    <a:pt x="0" y="5289"/>
                    <a:pt x="0" y="5629"/>
                  </a:cubicBezTo>
                  <a:cubicBezTo>
                    <a:pt x="0" y="6340"/>
                    <a:pt x="100" y="7029"/>
                    <a:pt x="280" y="7680"/>
                  </a:cubicBezTo>
                  <a:cubicBezTo>
                    <a:pt x="331" y="7880"/>
                    <a:pt x="400" y="8069"/>
                    <a:pt x="471" y="8260"/>
                  </a:cubicBezTo>
                  <a:cubicBezTo>
                    <a:pt x="751" y="9059"/>
                    <a:pt x="1171" y="9799"/>
                    <a:pt x="1691" y="10449"/>
                  </a:cubicBezTo>
                  <a:cubicBezTo>
                    <a:pt x="1811" y="10589"/>
                    <a:pt x="1931" y="10729"/>
                    <a:pt x="2060" y="10869"/>
                  </a:cubicBezTo>
                  <a:cubicBezTo>
                    <a:pt x="2220" y="11049"/>
                    <a:pt x="2391" y="11219"/>
                    <a:pt x="2571" y="11379"/>
                  </a:cubicBezTo>
                  <a:cubicBezTo>
                    <a:pt x="2800" y="11579"/>
                    <a:pt x="3030" y="11769"/>
                    <a:pt x="3270" y="11939"/>
                  </a:cubicBezTo>
                  <a:cubicBezTo>
                    <a:pt x="4530" y="12829"/>
                    <a:pt x="6070" y="13359"/>
                    <a:pt x="7730" y="13359"/>
                  </a:cubicBezTo>
                  <a:cubicBezTo>
                    <a:pt x="9390" y="13359"/>
                    <a:pt x="10930" y="12829"/>
                    <a:pt x="12189" y="11939"/>
                  </a:cubicBezTo>
                  <a:cubicBezTo>
                    <a:pt x="12439" y="11769"/>
                    <a:pt x="12669" y="11579"/>
                    <a:pt x="12899" y="11379"/>
                  </a:cubicBezTo>
                  <a:lnTo>
                    <a:pt x="13029" y="11249"/>
                  </a:lnTo>
                  <a:lnTo>
                    <a:pt x="13029" y="11249"/>
                  </a:lnTo>
                  <a:cubicBezTo>
                    <a:pt x="12529" y="11339"/>
                    <a:pt x="12009" y="11379"/>
                    <a:pt x="11490" y="11379"/>
                  </a:cubicBezTo>
                  <a:cubicBezTo>
                    <a:pt x="9490" y="11379"/>
                    <a:pt x="7640" y="10749"/>
                    <a:pt x="6130" y="9679"/>
                  </a:cubicBezTo>
                  <a:cubicBezTo>
                    <a:pt x="5830" y="9469"/>
                    <a:pt x="5550" y="9249"/>
                    <a:pt x="5280" y="9009"/>
                  </a:cubicBezTo>
                  <a:cubicBezTo>
                    <a:pt x="5070" y="8809"/>
                    <a:pt x="4860" y="8609"/>
                    <a:pt x="4660" y="8389"/>
                  </a:cubicBezTo>
                  <a:cubicBezTo>
                    <a:pt x="4510" y="8229"/>
                    <a:pt x="4360" y="8060"/>
                    <a:pt x="4220" y="7880"/>
                  </a:cubicBezTo>
                  <a:cubicBezTo>
                    <a:pt x="3600" y="7100"/>
                    <a:pt x="3100" y="6220"/>
                    <a:pt x="2750" y="5260"/>
                  </a:cubicBezTo>
                  <a:cubicBezTo>
                    <a:pt x="2670" y="5029"/>
                    <a:pt x="2591" y="4800"/>
                    <a:pt x="2531" y="4560"/>
                  </a:cubicBezTo>
                  <a:cubicBezTo>
                    <a:pt x="2311" y="3770"/>
                    <a:pt x="2200" y="2950"/>
                    <a:pt x="2200" y="2090"/>
                  </a:cubicBezTo>
                  <a:cubicBezTo>
                    <a:pt x="2200" y="1690"/>
                    <a:pt x="2220" y="1290"/>
                    <a:pt x="2271" y="900"/>
                  </a:cubicBezTo>
                  <a:cubicBezTo>
                    <a:pt x="2311" y="590"/>
                    <a:pt x="2371" y="300"/>
                    <a:pt x="2431" y="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424706" y="3783986"/>
              <a:ext cx="557508" cy="30280"/>
            </a:xfrm>
            <a:custGeom>
              <a:avLst/>
              <a:gdLst/>
              <a:ahLst/>
              <a:cxnLst/>
              <a:rect l="l" t="t" r="r" b="b"/>
              <a:pathLst>
                <a:path w="10329" h="561" extrusionOk="0">
                  <a:moveTo>
                    <a:pt x="1" y="0"/>
                  </a:moveTo>
                  <a:cubicBezTo>
                    <a:pt x="230" y="200"/>
                    <a:pt x="460" y="390"/>
                    <a:pt x="700" y="560"/>
                  </a:cubicBezTo>
                  <a:lnTo>
                    <a:pt x="9619" y="560"/>
                  </a:lnTo>
                  <a:cubicBezTo>
                    <a:pt x="9869" y="390"/>
                    <a:pt x="10099" y="200"/>
                    <a:pt x="103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289769" y="3056996"/>
              <a:ext cx="830621" cy="699462"/>
            </a:xfrm>
            <a:custGeom>
              <a:avLst/>
              <a:gdLst/>
              <a:ahLst/>
              <a:cxnLst/>
              <a:rect l="l" t="t" r="r" b="b"/>
              <a:pathLst>
                <a:path w="15389" h="12959" extrusionOk="0">
                  <a:moveTo>
                    <a:pt x="8129" y="0"/>
                  </a:moveTo>
                  <a:lnTo>
                    <a:pt x="10740" y="7439"/>
                  </a:lnTo>
                  <a:lnTo>
                    <a:pt x="8129" y="7439"/>
                  </a:lnTo>
                  <a:cubicBezTo>
                    <a:pt x="8129" y="7419"/>
                    <a:pt x="8120" y="7410"/>
                    <a:pt x="8120" y="7390"/>
                  </a:cubicBezTo>
                  <a:lnTo>
                    <a:pt x="5620" y="260"/>
                  </a:lnTo>
                  <a:cubicBezTo>
                    <a:pt x="5440" y="311"/>
                    <a:pt x="5260" y="360"/>
                    <a:pt x="5080" y="431"/>
                  </a:cubicBezTo>
                  <a:lnTo>
                    <a:pt x="5410" y="1360"/>
                  </a:lnTo>
                  <a:lnTo>
                    <a:pt x="161" y="5840"/>
                  </a:lnTo>
                  <a:cubicBezTo>
                    <a:pt x="90" y="6130"/>
                    <a:pt x="30" y="6420"/>
                    <a:pt x="1" y="6719"/>
                  </a:cubicBezTo>
                  <a:lnTo>
                    <a:pt x="5610" y="1930"/>
                  </a:lnTo>
                  <a:lnTo>
                    <a:pt x="6480" y="4410"/>
                  </a:lnTo>
                  <a:lnTo>
                    <a:pt x="210" y="9770"/>
                  </a:lnTo>
                  <a:cubicBezTo>
                    <a:pt x="261" y="9970"/>
                    <a:pt x="330" y="10159"/>
                    <a:pt x="401" y="10350"/>
                  </a:cubicBezTo>
                  <a:lnTo>
                    <a:pt x="6680" y="4980"/>
                  </a:lnTo>
                  <a:lnTo>
                    <a:pt x="7550" y="7470"/>
                  </a:lnTo>
                  <a:lnTo>
                    <a:pt x="1621" y="12539"/>
                  </a:lnTo>
                  <a:cubicBezTo>
                    <a:pt x="1741" y="12679"/>
                    <a:pt x="1861" y="12819"/>
                    <a:pt x="1990" y="12959"/>
                  </a:cubicBezTo>
                  <a:lnTo>
                    <a:pt x="4260" y="11009"/>
                  </a:lnTo>
                  <a:lnTo>
                    <a:pt x="14659" y="11009"/>
                  </a:lnTo>
                  <a:cubicBezTo>
                    <a:pt x="14739" y="10829"/>
                    <a:pt x="14819" y="10639"/>
                    <a:pt x="14899" y="10450"/>
                  </a:cubicBezTo>
                  <a:lnTo>
                    <a:pt x="4920" y="10450"/>
                  </a:lnTo>
                  <a:lnTo>
                    <a:pt x="7790" y="7999"/>
                  </a:lnTo>
                  <a:lnTo>
                    <a:pt x="15389" y="7999"/>
                  </a:lnTo>
                  <a:lnTo>
                    <a:pt x="15389" y="7719"/>
                  </a:lnTo>
                  <a:lnTo>
                    <a:pt x="15389" y="7439"/>
                  </a:lnTo>
                  <a:lnTo>
                    <a:pt x="14529" y="7439"/>
                  </a:lnTo>
                  <a:lnTo>
                    <a:pt x="12519" y="1700"/>
                  </a:lnTo>
                  <a:cubicBezTo>
                    <a:pt x="12269" y="1500"/>
                    <a:pt x="11999" y="1310"/>
                    <a:pt x="11729" y="1140"/>
                  </a:cubicBezTo>
                  <a:lnTo>
                    <a:pt x="11729" y="1140"/>
                  </a:lnTo>
                  <a:lnTo>
                    <a:pt x="13929" y="7439"/>
                  </a:lnTo>
                  <a:lnTo>
                    <a:pt x="11329" y="7439"/>
                  </a:lnTo>
                  <a:lnTo>
                    <a:pt x="8749" y="60"/>
                  </a:lnTo>
                  <a:cubicBezTo>
                    <a:pt x="8540" y="31"/>
                    <a:pt x="8340" y="11"/>
                    <a:pt x="81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" name="Google Shape;304;p30"/>
          <p:cNvGrpSpPr/>
          <p:nvPr/>
        </p:nvGrpSpPr>
        <p:grpSpPr>
          <a:xfrm rot="-2700000">
            <a:off x="6946952" y="3833317"/>
            <a:ext cx="741523" cy="741010"/>
            <a:chOff x="2887065" y="4307473"/>
            <a:chExt cx="741530" cy="741017"/>
          </a:xfrm>
        </p:grpSpPr>
        <p:sp>
          <p:nvSpPr>
            <p:cNvPr id="305" name="Google Shape;305;p30"/>
            <p:cNvSpPr/>
            <p:nvPr/>
          </p:nvSpPr>
          <p:spPr>
            <a:xfrm>
              <a:off x="2887065" y="4307473"/>
              <a:ext cx="741530" cy="741017"/>
            </a:xfrm>
            <a:custGeom>
              <a:avLst/>
              <a:gdLst/>
              <a:ahLst/>
              <a:cxnLst/>
              <a:rect l="l" t="t" r="r" b="b"/>
              <a:pathLst>
                <a:path w="14459" h="14449" extrusionOk="0">
                  <a:moveTo>
                    <a:pt x="7130" y="0"/>
                  </a:moveTo>
                  <a:cubicBezTo>
                    <a:pt x="5380" y="30"/>
                    <a:pt x="3770" y="680"/>
                    <a:pt x="2530" y="1740"/>
                  </a:cubicBezTo>
                  <a:cubicBezTo>
                    <a:pt x="2370" y="1870"/>
                    <a:pt x="2220" y="2020"/>
                    <a:pt x="2070" y="2170"/>
                  </a:cubicBezTo>
                  <a:cubicBezTo>
                    <a:pt x="1230" y="3029"/>
                    <a:pt x="600" y="4100"/>
                    <a:pt x="270" y="5289"/>
                  </a:cubicBezTo>
                  <a:cubicBezTo>
                    <a:pt x="220" y="5460"/>
                    <a:pt x="180" y="5640"/>
                    <a:pt x="140" y="5820"/>
                  </a:cubicBezTo>
                  <a:cubicBezTo>
                    <a:pt x="51" y="6269"/>
                    <a:pt x="0" y="6739"/>
                    <a:pt x="0" y="7229"/>
                  </a:cubicBezTo>
                  <a:cubicBezTo>
                    <a:pt x="0" y="8509"/>
                    <a:pt x="340" y="9719"/>
                    <a:pt x="930" y="10759"/>
                  </a:cubicBezTo>
                  <a:cubicBezTo>
                    <a:pt x="1310" y="11439"/>
                    <a:pt x="1800" y="12049"/>
                    <a:pt x="2370" y="12568"/>
                  </a:cubicBezTo>
                  <a:lnTo>
                    <a:pt x="2370" y="12579"/>
                  </a:lnTo>
                  <a:cubicBezTo>
                    <a:pt x="2770" y="12939"/>
                    <a:pt x="3200" y="13248"/>
                    <a:pt x="3670" y="13508"/>
                  </a:cubicBezTo>
                  <a:cubicBezTo>
                    <a:pt x="4540" y="14008"/>
                    <a:pt x="5540" y="14328"/>
                    <a:pt x="6590" y="14428"/>
                  </a:cubicBezTo>
                  <a:cubicBezTo>
                    <a:pt x="6799" y="14439"/>
                    <a:pt x="7019" y="14448"/>
                    <a:pt x="7230" y="14448"/>
                  </a:cubicBezTo>
                  <a:cubicBezTo>
                    <a:pt x="8830" y="14448"/>
                    <a:pt x="10309" y="13928"/>
                    <a:pt x="11509" y="13048"/>
                  </a:cubicBezTo>
                  <a:cubicBezTo>
                    <a:pt x="13089" y="11889"/>
                    <a:pt x="14179" y="10099"/>
                    <a:pt x="14409" y="8049"/>
                  </a:cubicBezTo>
                  <a:cubicBezTo>
                    <a:pt x="14439" y="7779"/>
                    <a:pt x="14459" y="7509"/>
                    <a:pt x="14459" y="7229"/>
                  </a:cubicBezTo>
                  <a:cubicBezTo>
                    <a:pt x="14459" y="5700"/>
                    <a:pt x="13979" y="4269"/>
                    <a:pt x="13159" y="3100"/>
                  </a:cubicBezTo>
                  <a:cubicBezTo>
                    <a:pt x="12559" y="2240"/>
                    <a:pt x="11779" y="1520"/>
                    <a:pt x="10869" y="980"/>
                  </a:cubicBezTo>
                  <a:cubicBezTo>
                    <a:pt x="10419" y="720"/>
                    <a:pt x="9949" y="510"/>
                    <a:pt x="9449" y="350"/>
                  </a:cubicBezTo>
                  <a:cubicBezTo>
                    <a:pt x="8750" y="120"/>
                    <a:pt x="7999" y="0"/>
                    <a:pt x="72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2894245" y="4307473"/>
              <a:ext cx="731786" cy="739991"/>
            </a:xfrm>
            <a:custGeom>
              <a:avLst/>
              <a:gdLst/>
              <a:ahLst/>
              <a:cxnLst/>
              <a:rect l="l" t="t" r="r" b="b"/>
              <a:pathLst>
                <a:path w="14269" h="14429" extrusionOk="0">
                  <a:moveTo>
                    <a:pt x="10339" y="5820"/>
                  </a:moveTo>
                  <a:lnTo>
                    <a:pt x="11779" y="8299"/>
                  </a:lnTo>
                  <a:lnTo>
                    <a:pt x="10359" y="10759"/>
                  </a:lnTo>
                  <a:lnTo>
                    <a:pt x="7510" y="10759"/>
                  </a:lnTo>
                  <a:lnTo>
                    <a:pt x="6079" y="8289"/>
                  </a:lnTo>
                  <a:lnTo>
                    <a:pt x="7510" y="5820"/>
                  </a:lnTo>
                  <a:close/>
                  <a:moveTo>
                    <a:pt x="6990" y="0"/>
                  </a:moveTo>
                  <a:lnTo>
                    <a:pt x="7050" y="100"/>
                  </a:lnTo>
                  <a:lnTo>
                    <a:pt x="5619" y="2580"/>
                  </a:lnTo>
                  <a:lnTo>
                    <a:pt x="2880" y="2580"/>
                  </a:lnTo>
                  <a:lnTo>
                    <a:pt x="2390" y="1740"/>
                  </a:lnTo>
                  <a:cubicBezTo>
                    <a:pt x="2230" y="1870"/>
                    <a:pt x="2080" y="2020"/>
                    <a:pt x="1930" y="2170"/>
                  </a:cubicBezTo>
                  <a:lnTo>
                    <a:pt x="2360" y="2909"/>
                  </a:lnTo>
                  <a:lnTo>
                    <a:pt x="990" y="5289"/>
                  </a:lnTo>
                  <a:lnTo>
                    <a:pt x="130" y="5289"/>
                  </a:lnTo>
                  <a:cubicBezTo>
                    <a:pt x="80" y="5460"/>
                    <a:pt x="40" y="5640"/>
                    <a:pt x="0" y="5820"/>
                  </a:cubicBezTo>
                  <a:lnTo>
                    <a:pt x="990" y="5820"/>
                  </a:lnTo>
                  <a:lnTo>
                    <a:pt x="2370" y="8219"/>
                  </a:lnTo>
                  <a:lnTo>
                    <a:pt x="910" y="10759"/>
                  </a:lnTo>
                  <a:lnTo>
                    <a:pt x="790" y="10759"/>
                  </a:lnTo>
                  <a:cubicBezTo>
                    <a:pt x="1170" y="11439"/>
                    <a:pt x="1660" y="12049"/>
                    <a:pt x="2230" y="12568"/>
                  </a:cubicBezTo>
                  <a:lnTo>
                    <a:pt x="1380" y="11109"/>
                  </a:lnTo>
                  <a:lnTo>
                    <a:pt x="2850" y="8569"/>
                  </a:lnTo>
                  <a:lnTo>
                    <a:pt x="5630" y="8569"/>
                  </a:lnTo>
                  <a:lnTo>
                    <a:pt x="7059" y="11039"/>
                  </a:lnTo>
                  <a:lnTo>
                    <a:pt x="5630" y="13508"/>
                  </a:lnTo>
                  <a:lnTo>
                    <a:pt x="3530" y="13508"/>
                  </a:lnTo>
                  <a:cubicBezTo>
                    <a:pt x="4400" y="14008"/>
                    <a:pt x="5400" y="14328"/>
                    <a:pt x="6450" y="14428"/>
                  </a:cubicBezTo>
                  <a:lnTo>
                    <a:pt x="6079" y="13779"/>
                  </a:lnTo>
                  <a:lnTo>
                    <a:pt x="7510" y="11299"/>
                  </a:lnTo>
                  <a:lnTo>
                    <a:pt x="10359" y="11299"/>
                  </a:lnTo>
                  <a:lnTo>
                    <a:pt x="11369" y="13048"/>
                  </a:lnTo>
                  <a:cubicBezTo>
                    <a:pt x="12949" y="11889"/>
                    <a:pt x="14039" y="10099"/>
                    <a:pt x="14269" y="8049"/>
                  </a:cubicBezTo>
                  <a:lnTo>
                    <a:pt x="12249" y="8049"/>
                  </a:lnTo>
                  <a:lnTo>
                    <a:pt x="10819" y="5560"/>
                  </a:lnTo>
                  <a:lnTo>
                    <a:pt x="12239" y="3100"/>
                  </a:lnTo>
                  <a:lnTo>
                    <a:pt x="13019" y="3100"/>
                  </a:lnTo>
                  <a:cubicBezTo>
                    <a:pt x="12419" y="2240"/>
                    <a:pt x="11639" y="1520"/>
                    <a:pt x="10729" y="980"/>
                  </a:cubicBezTo>
                  <a:lnTo>
                    <a:pt x="10729" y="980"/>
                  </a:lnTo>
                  <a:lnTo>
                    <a:pt x="11789" y="2820"/>
                  </a:lnTo>
                  <a:lnTo>
                    <a:pt x="10359" y="5289"/>
                  </a:lnTo>
                  <a:lnTo>
                    <a:pt x="7510" y="5289"/>
                  </a:lnTo>
                  <a:lnTo>
                    <a:pt x="6090" y="2829"/>
                  </a:lnTo>
                  <a:lnTo>
                    <a:pt x="7519" y="350"/>
                  </a:lnTo>
                  <a:lnTo>
                    <a:pt x="9309" y="350"/>
                  </a:lnTo>
                  <a:cubicBezTo>
                    <a:pt x="8610" y="120"/>
                    <a:pt x="7859" y="0"/>
                    <a:pt x="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2887065" y="4572565"/>
              <a:ext cx="590752" cy="404126"/>
            </a:xfrm>
            <a:custGeom>
              <a:avLst/>
              <a:gdLst/>
              <a:ahLst/>
              <a:cxnLst/>
              <a:rect l="l" t="t" r="r" b="b"/>
              <a:pathLst>
                <a:path w="11519" h="7880" extrusionOk="0">
                  <a:moveTo>
                    <a:pt x="11519" y="7870"/>
                  </a:moveTo>
                  <a:cubicBezTo>
                    <a:pt x="11519" y="7879"/>
                    <a:pt x="11509" y="7879"/>
                    <a:pt x="11509" y="7879"/>
                  </a:cubicBezTo>
                  <a:cubicBezTo>
                    <a:pt x="11509" y="7879"/>
                    <a:pt x="11519" y="7879"/>
                    <a:pt x="11519" y="7870"/>
                  </a:cubicBezTo>
                  <a:close/>
                  <a:moveTo>
                    <a:pt x="11519" y="7870"/>
                  </a:moveTo>
                  <a:lnTo>
                    <a:pt x="11519" y="7870"/>
                  </a:lnTo>
                  <a:lnTo>
                    <a:pt x="11519" y="7870"/>
                  </a:lnTo>
                  <a:close/>
                  <a:moveTo>
                    <a:pt x="280" y="80"/>
                  </a:moveTo>
                  <a:cubicBezTo>
                    <a:pt x="270" y="100"/>
                    <a:pt x="270" y="111"/>
                    <a:pt x="270" y="120"/>
                  </a:cubicBezTo>
                  <a:cubicBezTo>
                    <a:pt x="220" y="291"/>
                    <a:pt x="180" y="471"/>
                    <a:pt x="140" y="651"/>
                  </a:cubicBezTo>
                  <a:cubicBezTo>
                    <a:pt x="51" y="1100"/>
                    <a:pt x="0" y="1570"/>
                    <a:pt x="0" y="2060"/>
                  </a:cubicBezTo>
                  <a:lnTo>
                    <a:pt x="0" y="2060"/>
                  </a:lnTo>
                  <a:cubicBezTo>
                    <a:pt x="0" y="1570"/>
                    <a:pt x="51" y="1100"/>
                    <a:pt x="140" y="651"/>
                  </a:cubicBezTo>
                  <a:lnTo>
                    <a:pt x="140" y="651"/>
                  </a:lnTo>
                  <a:cubicBezTo>
                    <a:pt x="180" y="471"/>
                    <a:pt x="220" y="291"/>
                    <a:pt x="270" y="120"/>
                  </a:cubicBezTo>
                  <a:lnTo>
                    <a:pt x="270" y="120"/>
                  </a:lnTo>
                  <a:cubicBezTo>
                    <a:pt x="270" y="111"/>
                    <a:pt x="270" y="100"/>
                    <a:pt x="280" y="80"/>
                  </a:cubicBezTo>
                  <a:close/>
                  <a:moveTo>
                    <a:pt x="290" y="51"/>
                  </a:moveTo>
                  <a:cubicBezTo>
                    <a:pt x="280" y="60"/>
                    <a:pt x="280" y="71"/>
                    <a:pt x="280" y="80"/>
                  </a:cubicBezTo>
                  <a:cubicBezTo>
                    <a:pt x="280" y="71"/>
                    <a:pt x="280" y="60"/>
                    <a:pt x="290" y="51"/>
                  </a:cubicBezTo>
                  <a:close/>
                  <a:moveTo>
                    <a:pt x="290" y="40"/>
                  </a:moveTo>
                  <a:lnTo>
                    <a:pt x="290" y="51"/>
                  </a:lnTo>
                  <a:lnTo>
                    <a:pt x="290" y="40"/>
                  </a:lnTo>
                  <a:close/>
                  <a:moveTo>
                    <a:pt x="290" y="31"/>
                  </a:moveTo>
                  <a:lnTo>
                    <a:pt x="290" y="31"/>
                  </a:lnTo>
                  <a:lnTo>
                    <a:pt x="290" y="31"/>
                  </a:lnTo>
                  <a:close/>
                  <a:moveTo>
                    <a:pt x="300" y="11"/>
                  </a:moveTo>
                  <a:lnTo>
                    <a:pt x="300" y="20"/>
                  </a:lnTo>
                  <a:lnTo>
                    <a:pt x="300" y="11"/>
                  </a:lnTo>
                  <a:close/>
                  <a:moveTo>
                    <a:pt x="300" y="0"/>
                  </a:moveTo>
                  <a:lnTo>
                    <a:pt x="300" y="0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2887065" y="4419736"/>
              <a:ext cx="590290" cy="628754"/>
            </a:xfrm>
            <a:custGeom>
              <a:avLst/>
              <a:gdLst/>
              <a:ahLst/>
              <a:cxnLst/>
              <a:rect l="l" t="t" r="r" b="b"/>
              <a:pathLst>
                <a:path w="11510" h="12260" extrusionOk="0">
                  <a:moveTo>
                    <a:pt x="2060" y="1"/>
                  </a:moveTo>
                  <a:lnTo>
                    <a:pt x="2060" y="1"/>
                  </a:lnTo>
                  <a:cubicBezTo>
                    <a:pt x="1250" y="820"/>
                    <a:pt x="640" y="1840"/>
                    <a:pt x="300" y="2980"/>
                  </a:cubicBezTo>
                  <a:lnTo>
                    <a:pt x="300" y="2991"/>
                  </a:lnTo>
                  <a:lnTo>
                    <a:pt x="300" y="3000"/>
                  </a:lnTo>
                  <a:lnTo>
                    <a:pt x="290" y="3011"/>
                  </a:lnTo>
                  <a:lnTo>
                    <a:pt x="290" y="3020"/>
                  </a:lnTo>
                  <a:lnTo>
                    <a:pt x="290" y="3031"/>
                  </a:lnTo>
                  <a:cubicBezTo>
                    <a:pt x="280" y="3040"/>
                    <a:pt x="280" y="3051"/>
                    <a:pt x="280" y="3060"/>
                  </a:cubicBezTo>
                  <a:cubicBezTo>
                    <a:pt x="270" y="3080"/>
                    <a:pt x="270" y="3091"/>
                    <a:pt x="270" y="3100"/>
                  </a:cubicBezTo>
                  <a:lnTo>
                    <a:pt x="1130" y="3100"/>
                  </a:lnTo>
                  <a:lnTo>
                    <a:pt x="1820" y="1900"/>
                  </a:lnTo>
                  <a:cubicBezTo>
                    <a:pt x="1830" y="1371"/>
                    <a:pt x="1880" y="840"/>
                    <a:pt x="1980" y="331"/>
                  </a:cubicBezTo>
                  <a:cubicBezTo>
                    <a:pt x="2000" y="221"/>
                    <a:pt x="2030" y="111"/>
                    <a:pt x="2060" y="1"/>
                  </a:cubicBezTo>
                  <a:close/>
                  <a:moveTo>
                    <a:pt x="140" y="3631"/>
                  </a:moveTo>
                  <a:cubicBezTo>
                    <a:pt x="51" y="4080"/>
                    <a:pt x="0" y="4550"/>
                    <a:pt x="0" y="5040"/>
                  </a:cubicBezTo>
                  <a:cubicBezTo>
                    <a:pt x="0" y="6320"/>
                    <a:pt x="340" y="7530"/>
                    <a:pt x="930" y="8570"/>
                  </a:cubicBezTo>
                  <a:lnTo>
                    <a:pt x="1050" y="8570"/>
                  </a:lnTo>
                  <a:lnTo>
                    <a:pt x="2510" y="6030"/>
                  </a:lnTo>
                  <a:lnTo>
                    <a:pt x="1130" y="3631"/>
                  </a:lnTo>
                  <a:close/>
                  <a:moveTo>
                    <a:pt x="2990" y="6380"/>
                  </a:moveTo>
                  <a:lnTo>
                    <a:pt x="1520" y="8920"/>
                  </a:lnTo>
                  <a:lnTo>
                    <a:pt x="2370" y="10379"/>
                  </a:lnTo>
                  <a:lnTo>
                    <a:pt x="2370" y="10390"/>
                  </a:lnTo>
                  <a:cubicBezTo>
                    <a:pt x="2770" y="10750"/>
                    <a:pt x="3200" y="11059"/>
                    <a:pt x="3670" y="11319"/>
                  </a:cubicBezTo>
                  <a:lnTo>
                    <a:pt x="5770" y="11319"/>
                  </a:lnTo>
                  <a:lnTo>
                    <a:pt x="6730" y="9670"/>
                  </a:lnTo>
                  <a:cubicBezTo>
                    <a:pt x="6510" y="9570"/>
                    <a:pt x="6310" y="9460"/>
                    <a:pt x="6110" y="9350"/>
                  </a:cubicBezTo>
                  <a:cubicBezTo>
                    <a:pt x="5560" y="9040"/>
                    <a:pt x="5050" y="8670"/>
                    <a:pt x="4590" y="8250"/>
                  </a:cubicBezTo>
                  <a:cubicBezTo>
                    <a:pt x="3990" y="7700"/>
                    <a:pt x="3470" y="7070"/>
                    <a:pt x="3050" y="6380"/>
                  </a:cubicBezTo>
                  <a:close/>
                  <a:moveTo>
                    <a:pt x="7210" y="9870"/>
                  </a:moveTo>
                  <a:lnTo>
                    <a:pt x="6219" y="11590"/>
                  </a:lnTo>
                  <a:lnTo>
                    <a:pt x="6590" y="12239"/>
                  </a:lnTo>
                  <a:cubicBezTo>
                    <a:pt x="6799" y="12250"/>
                    <a:pt x="7019" y="12259"/>
                    <a:pt x="7230" y="12259"/>
                  </a:cubicBezTo>
                  <a:cubicBezTo>
                    <a:pt x="8830" y="12259"/>
                    <a:pt x="10309" y="11739"/>
                    <a:pt x="11509" y="10859"/>
                  </a:cubicBezTo>
                  <a:lnTo>
                    <a:pt x="11239" y="10390"/>
                  </a:lnTo>
                  <a:cubicBezTo>
                    <a:pt x="10929" y="10430"/>
                    <a:pt x="10609" y="10450"/>
                    <a:pt x="10279" y="10450"/>
                  </a:cubicBezTo>
                  <a:cubicBezTo>
                    <a:pt x="10029" y="10450"/>
                    <a:pt x="9779" y="10439"/>
                    <a:pt x="9539" y="10419"/>
                  </a:cubicBezTo>
                  <a:cubicBezTo>
                    <a:pt x="8719" y="10350"/>
                    <a:pt x="7939" y="10159"/>
                    <a:pt x="7210" y="987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2894245" y="4517178"/>
              <a:ext cx="622087" cy="530287"/>
            </a:xfrm>
            <a:custGeom>
              <a:avLst/>
              <a:gdLst/>
              <a:ahLst/>
              <a:cxnLst/>
              <a:rect l="l" t="t" r="r" b="b"/>
              <a:pathLst>
                <a:path w="12130" h="10340" extrusionOk="0">
                  <a:moveTo>
                    <a:pt x="1680" y="0"/>
                  </a:moveTo>
                  <a:lnTo>
                    <a:pt x="990" y="1200"/>
                  </a:lnTo>
                  <a:lnTo>
                    <a:pt x="130" y="1200"/>
                  </a:lnTo>
                  <a:cubicBezTo>
                    <a:pt x="80" y="1371"/>
                    <a:pt x="40" y="1551"/>
                    <a:pt x="0" y="1731"/>
                  </a:cubicBezTo>
                  <a:lnTo>
                    <a:pt x="990" y="1731"/>
                  </a:lnTo>
                  <a:lnTo>
                    <a:pt x="2370" y="4130"/>
                  </a:lnTo>
                  <a:lnTo>
                    <a:pt x="910" y="6670"/>
                  </a:lnTo>
                  <a:lnTo>
                    <a:pt x="790" y="6670"/>
                  </a:lnTo>
                  <a:cubicBezTo>
                    <a:pt x="1170" y="7350"/>
                    <a:pt x="1660" y="7960"/>
                    <a:pt x="2230" y="8479"/>
                  </a:cubicBezTo>
                  <a:lnTo>
                    <a:pt x="1380" y="7020"/>
                  </a:lnTo>
                  <a:lnTo>
                    <a:pt x="2850" y="4480"/>
                  </a:lnTo>
                  <a:lnTo>
                    <a:pt x="2910" y="4480"/>
                  </a:lnTo>
                  <a:cubicBezTo>
                    <a:pt x="2860" y="4390"/>
                    <a:pt x="2810" y="4310"/>
                    <a:pt x="2760" y="4220"/>
                  </a:cubicBezTo>
                  <a:cubicBezTo>
                    <a:pt x="2070" y="3000"/>
                    <a:pt x="1680" y="1591"/>
                    <a:pt x="1680" y="91"/>
                  </a:cubicBezTo>
                  <a:lnTo>
                    <a:pt x="1680" y="0"/>
                  </a:lnTo>
                  <a:close/>
                  <a:moveTo>
                    <a:pt x="12129" y="8310"/>
                  </a:moveTo>
                  <a:cubicBezTo>
                    <a:pt x="11789" y="8390"/>
                    <a:pt x="11449" y="8459"/>
                    <a:pt x="11099" y="8490"/>
                  </a:cubicBezTo>
                  <a:lnTo>
                    <a:pt x="11369" y="8959"/>
                  </a:lnTo>
                  <a:cubicBezTo>
                    <a:pt x="11369" y="8959"/>
                    <a:pt x="11379" y="8959"/>
                    <a:pt x="11379" y="8950"/>
                  </a:cubicBezTo>
                  <a:cubicBezTo>
                    <a:pt x="11649" y="8759"/>
                    <a:pt x="11899" y="8539"/>
                    <a:pt x="12129" y="8310"/>
                  </a:cubicBezTo>
                  <a:close/>
                  <a:moveTo>
                    <a:pt x="6590" y="7770"/>
                  </a:moveTo>
                  <a:lnTo>
                    <a:pt x="5630" y="9419"/>
                  </a:lnTo>
                  <a:lnTo>
                    <a:pt x="3530" y="9419"/>
                  </a:lnTo>
                  <a:cubicBezTo>
                    <a:pt x="4400" y="9919"/>
                    <a:pt x="5400" y="10239"/>
                    <a:pt x="6450" y="10339"/>
                  </a:cubicBezTo>
                  <a:lnTo>
                    <a:pt x="6079" y="9690"/>
                  </a:lnTo>
                  <a:lnTo>
                    <a:pt x="7070" y="7970"/>
                  </a:lnTo>
                  <a:cubicBezTo>
                    <a:pt x="6899" y="7910"/>
                    <a:pt x="6739" y="7840"/>
                    <a:pt x="6590" y="77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0" name="Google Shape;310;p3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Idea of the app</a:t>
            </a:r>
            <a:endParaRPr dirty="0"/>
          </a:p>
        </p:txBody>
      </p:sp>
      <p:sp>
        <p:nvSpPr>
          <p:cNvPr id="311" name="Google Shape;311;p30"/>
          <p:cNvSpPr txBox="1">
            <a:spLocks noGrp="1"/>
          </p:cNvSpPr>
          <p:nvPr>
            <p:ph type="subTitle" idx="1"/>
          </p:nvPr>
        </p:nvSpPr>
        <p:spPr>
          <a:xfrm>
            <a:off x="1903425" y="1773450"/>
            <a:ext cx="5354400" cy="150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…</a:t>
            </a:r>
            <a:endParaRPr dirty="0"/>
          </a:p>
        </p:txBody>
      </p:sp>
      <p:grpSp>
        <p:nvGrpSpPr>
          <p:cNvPr id="312" name="Google Shape;312;p30"/>
          <p:cNvGrpSpPr/>
          <p:nvPr/>
        </p:nvGrpSpPr>
        <p:grpSpPr>
          <a:xfrm>
            <a:off x="1880684" y="3301028"/>
            <a:ext cx="1006396" cy="1006445"/>
            <a:chOff x="1880684" y="3301028"/>
            <a:chExt cx="1006396" cy="1006445"/>
          </a:xfrm>
        </p:grpSpPr>
        <p:sp>
          <p:nvSpPr>
            <p:cNvPr id="313" name="Google Shape;313;p30"/>
            <p:cNvSpPr/>
            <p:nvPr/>
          </p:nvSpPr>
          <p:spPr>
            <a:xfrm rot="-201210">
              <a:off x="1907724" y="3328066"/>
              <a:ext cx="952317" cy="952368"/>
            </a:xfrm>
            <a:custGeom>
              <a:avLst/>
              <a:gdLst/>
              <a:ahLst/>
              <a:cxnLst/>
              <a:rect l="l" t="t" r="r" b="b"/>
              <a:pathLst>
                <a:path w="18569" h="18570" extrusionOk="0">
                  <a:moveTo>
                    <a:pt x="9290" y="1"/>
                  </a:moveTo>
                  <a:cubicBezTo>
                    <a:pt x="6590" y="1"/>
                    <a:pt x="4160" y="1151"/>
                    <a:pt x="2470" y="2991"/>
                  </a:cubicBezTo>
                  <a:cubicBezTo>
                    <a:pt x="2290" y="3180"/>
                    <a:pt x="2120" y="3380"/>
                    <a:pt x="1960" y="3580"/>
                  </a:cubicBezTo>
                  <a:cubicBezTo>
                    <a:pt x="740" y="5151"/>
                    <a:pt x="0" y="7130"/>
                    <a:pt x="0" y="9280"/>
                  </a:cubicBezTo>
                  <a:lnTo>
                    <a:pt x="0" y="9310"/>
                  </a:lnTo>
                  <a:cubicBezTo>
                    <a:pt x="0" y="9500"/>
                    <a:pt x="11" y="9700"/>
                    <a:pt x="31" y="9900"/>
                  </a:cubicBezTo>
                  <a:cubicBezTo>
                    <a:pt x="171" y="12110"/>
                    <a:pt x="1090" y="14110"/>
                    <a:pt x="2510" y="15619"/>
                  </a:cubicBezTo>
                  <a:cubicBezTo>
                    <a:pt x="2700" y="15829"/>
                    <a:pt x="2900" y="16029"/>
                    <a:pt x="3120" y="16219"/>
                  </a:cubicBezTo>
                  <a:cubicBezTo>
                    <a:pt x="4760" y="17679"/>
                    <a:pt x="6919" y="18569"/>
                    <a:pt x="9290" y="18569"/>
                  </a:cubicBezTo>
                  <a:cubicBezTo>
                    <a:pt x="10379" y="18569"/>
                    <a:pt x="11429" y="18379"/>
                    <a:pt x="12409" y="18029"/>
                  </a:cubicBezTo>
                  <a:cubicBezTo>
                    <a:pt x="12609" y="17959"/>
                    <a:pt x="12799" y="17879"/>
                    <a:pt x="12999" y="17789"/>
                  </a:cubicBezTo>
                  <a:cubicBezTo>
                    <a:pt x="14549" y="17119"/>
                    <a:pt x="15869" y="16029"/>
                    <a:pt x="16838" y="14670"/>
                  </a:cubicBezTo>
                  <a:cubicBezTo>
                    <a:pt x="16958" y="14510"/>
                    <a:pt x="17069" y="14350"/>
                    <a:pt x="17178" y="14179"/>
                  </a:cubicBezTo>
                  <a:cubicBezTo>
                    <a:pt x="17958" y="12919"/>
                    <a:pt x="18449" y="11459"/>
                    <a:pt x="18549" y="9900"/>
                  </a:cubicBezTo>
                  <a:cubicBezTo>
                    <a:pt x="18558" y="9700"/>
                    <a:pt x="18569" y="9500"/>
                    <a:pt x="18569" y="9310"/>
                  </a:cubicBezTo>
                  <a:lnTo>
                    <a:pt x="18569" y="9280"/>
                  </a:lnTo>
                  <a:cubicBezTo>
                    <a:pt x="18569" y="7670"/>
                    <a:pt x="18158" y="6150"/>
                    <a:pt x="17429" y="4831"/>
                  </a:cubicBezTo>
                  <a:cubicBezTo>
                    <a:pt x="17329" y="4651"/>
                    <a:pt x="17229" y="4480"/>
                    <a:pt x="17118" y="4311"/>
                  </a:cubicBezTo>
                  <a:cubicBezTo>
                    <a:pt x="16138" y="2760"/>
                    <a:pt x="14699" y="1521"/>
                    <a:pt x="12999" y="781"/>
                  </a:cubicBezTo>
                  <a:cubicBezTo>
                    <a:pt x="12799" y="691"/>
                    <a:pt x="12609" y="611"/>
                    <a:pt x="12409" y="541"/>
                  </a:cubicBezTo>
                  <a:cubicBezTo>
                    <a:pt x="11429" y="191"/>
                    <a:pt x="10379" y="1"/>
                    <a:pt x="9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0"/>
            <p:cNvSpPr/>
            <p:nvPr/>
          </p:nvSpPr>
          <p:spPr>
            <a:xfrm rot="-201210">
              <a:off x="1907724" y="3355760"/>
              <a:ext cx="952317" cy="896980"/>
            </a:xfrm>
            <a:custGeom>
              <a:avLst/>
              <a:gdLst/>
              <a:ahLst/>
              <a:cxnLst/>
              <a:rect l="l" t="t" r="r" b="b"/>
              <a:pathLst>
                <a:path w="18569" h="17490" extrusionOk="0">
                  <a:moveTo>
                    <a:pt x="12409" y="1"/>
                  </a:moveTo>
                  <a:lnTo>
                    <a:pt x="12409" y="8770"/>
                  </a:lnTo>
                  <a:lnTo>
                    <a:pt x="10989" y="8770"/>
                  </a:lnTo>
                  <a:cubicBezTo>
                    <a:pt x="10829" y="5250"/>
                    <a:pt x="7930" y="2451"/>
                    <a:pt x="4380" y="2451"/>
                  </a:cubicBezTo>
                  <a:lnTo>
                    <a:pt x="2470" y="2451"/>
                  </a:lnTo>
                  <a:cubicBezTo>
                    <a:pt x="2290" y="2640"/>
                    <a:pt x="2120" y="2840"/>
                    <a:pt x="1960" y="3040"/>
                  </a:cubicBezTo>
                  <a:lnTo>
                    <a:pt x="4380" y="3040"/>
                  </a:lnTo>
                  <a:cubicBezTo>
                    <a:pt x="7599" y="3040"/>
                    <a:pt x="10239" y="5580"/>
                    <a:pt x="10389" y="8770"/>
                  </a:cubicBezTo>
                  <a:lnTo>
                    <a:pt x="0" y="8770"/>
                  </a:lnTo>
                  <a:cubicBezTo>
                    <a:pt x="0" y="8960"/>
                    <a:pt x="11" y="9160"/>
                    <a:pt x="31" y="9360"/>
                  </a:cubicBezTo>
                  <a:lnTo>
                    <a:pt x="10389" y="9360"/>
                  </a:lnTo>
                  <a:cubicBezTo>
                    <a:pt x="10239" y="12539"/>
                    <a:pt x="7599" y="15079"/>
                    <a:pt x="4380" y="15079"/>
                  </a:cubicBezTo>
                  <a:lnTo>
                    <a:pt x="2510" y="15079"/>
                  </a:lnTo>
                  <a:cubicBezTo>
                    <a:pt x="2700" y="15289"/>
                    <a:pt x="2900" y="15489"/>
                    <a:pt x="3120" y="15679"/>
                  </a:cubicBezTo>
                  <a:lnTo>
                    <a:pt x="4380" y="15679"/>
                  </a:lnTo>
                  <a:cubicBezTo>
                    <a:pt x="7930" y="15679"/>
                    <a:pt x="10829" y="12870"/>
                    <a:pt x="10989" y="9360"/>
                  </a:cubicBezTo>
                  <a:lnTo>
                    <a:pt x="12409" y="9360"/>
                  </a:lnTo>
                  <a:lnTo>
                    <a:pt x="12409" y="17489"/>
                  </a:lnTo>
                  <a:cubicBezTo>
                    <a:pt x="12609" y="17419"/>
                    <a:pt x="12799" y="17339"/>
                    <a:pt x="12999" y="17249"/>
                  </a:cubicBezTo>
                  <a:lnTo>
                    <a:pt x="12999" y="9360"/>
                  </a:lnTo>
                  <a:lnTo>
                    <a:pt x="14479" y="9360"/>
                  </a:lnTo>
                  <a:cubicBezTo>
                    <a:pt x="14559" y="11270"/>
                    <a:pt x="15469" y="12979"/>
                    <a:pt x="16838" y="14130"/>
                  </a:cubicBezTo>
                  <a:cubicBezTo>
                    <a:pt x="16958" y="13970"/>
                    <a:pt x="17069" y="13810"/>
                    <a:pt x="17178" y="13639"/>
                  </a:cubicBezTo>
                  <a:cubicBezTo>
                    <a:pt x="15958" y="12590"/>
                    <a:pt x="15158" y="11070"/>
                    <a:pt x="15069" y="9360"/>
                  </a:cubicBezTo>
                  <a:lnTo>
                    <a:pt x="18549" y="9360"/>
                  </a:lnTo>
                  <a:cubicBezTo>
                    <a:pt x="18558" y="9160"/>
                    <a:pt x="18569" y="8960"/>
                    <a:pt x="18569" y="8770"/>
                  </a:cubicBezTo>
                  <a:lnTo>
                    <a:pt x="15069" y="8770"/>
                  </a:lnTo>
                  <a:cubicBezTo>
                    <a:pt x="15158" y="6940"/>
                    <a:pt x="16069" y="5330"/>
                    <a:pt x="17429" y="4291"/>
                  </a:cubicBezTo>
                  <a:cubicBezTo>
                    <a:pt x="17329" y="4111"/>
                    <a:pt x="17229" y="3940"/>
                    <a:pt x="17118" y="3771"/>
                  </a:cubicBezTo>
                  <a:cubicBezTo>
                    <a:pt x="15589" y="4920"/>
                    <a:pt x="14569" y="6730"/>
                    <a:pt x="14479" y="8770"/>
                  </a:cubicBezTo>
                  <a:lnTo>
                    <a:pt x="12999" y="8770"/>
                  </a:lnTo>
                  <a:lnTo>
                    <a:pt x="12999" y="241"/>
                  </a:lnTo>
                  <a:cubicBezTo>
                    <a:pt x="12799" y="151"/>
                    <a:pt x="12609" y="71"/>
                    <a:pt x="124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0"/>
            <p:cNvSpPr/>
            <p:nvPr/>
          </p:nvSpPr>
          <p:spPr>
            <a:xfrm rot="-201210">
              <a:off x="2600049" y="4227360"/>
              <a:ext cx="2564" cy="1077"/>
            </a:xfrm>
            <a:custGeom>
              <a:avLst/>
              <a:gdLst/>
              <a:ahLst/>
              <a:cxnLst/>
              <a:rect l="l" t="t" r="r" b="b"/>
              <a:pathLst>
                <a:path w="50" h="21" extrusionOk="0">
                  <a:moveTo>
                    <a:pt x="0" y="20"/>
                  </a:moveTo>
                  <a:lnTo>
                    <a:pt x="0" y="20"/>
                  </a:lnTo>
                  <a:lnTo>
                    <a:pt x="0" y="20"/>
                  </a:lnTo>
                  <a:close/>
                  <a:moveTo>
                    <a:pt x="10" y="10"/>
                  </a:moveTo>
                  <a:lnTo>
                    <a:pt x="10" y="20"/>
                  </a:lnTo>
                  <a:lnTo>
                    <a:pt x="10" y="10"/>
                  </a:lnTo>
                  <a:close/>
                  <a:moveTo>
                    <a:pt x="50" y="0"/>
                  </a:moveTo>
                  <a:lnTo>
                    <a:pt x="50" y="0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0"/>
            <p:cNvSpPr/>
            <p:nvPr/>
          </p:nvSpPr>
          <p:spPr>
            <a:xfrm rot="-201210">
              <a:off x="1913220" y="3515815"/>
              <a:ext cx="805128" cy="768767"/>
            </a:xfrm>
            <a:custGeom>
              <a:avLst/>
              <a:gdLst/>
              <a:ahLst/>
              <a:cxnLst/>
              <a:rect l="l" t="t" r="r" b="b"/>
              <a:pathLst>
                <a:path w="15699" h="14990" extrusionOk="0">
                  <a:moveTo>
                    <a:pt x="1960" y="0"/>
                  </a:moveTo>
                  <a:cubicBezTo>
                    <a:pt x="740" y="1571"/>
                    <a:pt x="0" y="3550"/>
                    <a:pt x="0" y="5700"/>
                  </a:cubicBezTo>
                  <a:lnTo>
                    <a:pt x="0" y="5730"/>
                  </a:lnTo>
                  <a:lnTo>
                    <a:pt x="2650" y="5730"/>
                  </a:lnTo>
                  <a:cubicBezTo>
                    <a:pt x="2280" y="4750"/>
                    <a:pt x="2050" y="3700"/>
                    <a:pt x="1980" y="2610"/>
                  </a:cubicBezTo>
                  <a:cubicBezTo>
                    <a:pt x="1960" y="2380"/>
                    <a:pt x="1950" y="2140"/>
                    <a:pt x="1950" y="1910"/>
                  </a:cubicBezTo>
                  <a:lnTo>
                    <a:pt x="1950" y="1890"/>
                  </a:lnTo>
                  <a:cubicBezTo>
                    <a:pt x="1950" y="1240"/>
                    <a:pt x="2010" y="611"/>
                    <a:pt x="2120" y="0"/>
                  </a:cubicBezTo>
                  <a:close/>
                  <a:moveTo>
                    <a:pt x="31" y="6320"/>
                  </a:moveTo>
                  <a:cubicBezTo>
                    <a:pt x="171" y="8530"/>
                    <a:pt x="1090" y="10530"/>
                    <a:pt x="2510" y="12039"/>
                  </a:cubicBezTo>
                  <a:lnTo>
                    <a:pt x="4380" y="12039"/>
                  </a:lnTo>
                  <a:cubicBezTo>
                    <a:pt x="5440" y="12039"/>
                    <a:pt x="6439" y="11769"/>
                    <a:pt x="7310" y="11279"/>
                  </a:cubicBezTo>
                  <a:cubicBezTo>
                    <a:pt x="6699" y="10919"/>
                    <a:pt x="6130" y="10499"/>
                    <a:pt x="5610" y="10030"/>
                  </a:cubicBezTo>
                  <a:cubicBezTo>
                    <a:pt x="5360" y="9810"/>
                    <a:pt x="5120" y="9579"/>
                    <a:pt x="4890" y="9339"/>
                  </a:cubicBezTo>
                  <a:cubicBezTo>
                    <a:pt x="4070" y="8459"/>
                    <a:pt x="3390" y="7440"/>
                    <a:pt x="2890" y="6320"/>
                  </a:cubicBezTo>
                  <a:close/>
                  <a:moveTo>
                    <a:pt x="15698" y="12419"/>
                  </a:moveTo>
                  <a:lnTo>
                    <a:pt x="15698" y="12419"/>
                  </a:lnTo>
                  <a:cubicBezTo>
                    <a:pt x="14829" y="12649"/>
                    <a:pt x="13929" y="12779"/>
                    <a:pt x="12999" y="12789"/>
                  </a:cubicBezTo>
                  <a:lnTo>
                    <a:pt x="12999" y="14209"/>
                  </a:lnTo>
                  <a:lnTo>
                    <a:pt x="13019" y="14209"/>
                  </a:lnTo>
                  <a:lnTo>
                    <a:pt x="13019" y="14199"/>
                  </a:lnTo>
                  <a:cubicBezTo>
                    <a:pt x="13039" y="14199"/>
                    <a:pt x="13049" y="14189"/>
                    <a:pt x="13059" y="14189"/>
                  </a:cubicBezTo>
                  <a:cubicBezTo>
                    <a:pt x="14039" y="13749"/>
                    <a:pt x="14929" y="13149"/>
                    <a:pt x="15698" y="12419"/>
                  </a:cubicBezTo>
                  <a:close/>
                  <a:moveTo>
                    <a:pt x="7919" y="11609"/>
                  </a:moveTo>
                  <a:cubicBezTo>
                    <a:pt x="6890" y="12259"/>
                    <a:pt x="5680" y="12639"/>
                    <a:pt x="4380" y="12639"/>
                  </a:cubicBezTo>
                  <a:lnTo>
                    <a:pt x="3120" y="12639"/>
                  </a:lnTo>
                  <a:cubicBezTo>
                    <a:pt x="4760" y="14099"/>
                    <a:pt x="6919" y="14989"/>
                    <a:pt x="9290" y="14989"/>
                  </a:cubicBezTo>
                  <a:cubicBezTo>
                    <a:pt x="10379" y="14989"/>
                    <a:pt x="11429" y="14799"/>
                    <a:pt x="12409" y="14449"/>
                  </a:cubicBezTo>
                  <a:lnTo>
                    <a:pt x="12409" y="12779"/>
                  </a:lnTo>
                  <a:cubicBezTo>
                    <a:pt x="10789" y="12719"/>
                    <a:pt x="9270" y="12299"/>
                    <a:pt x="7919" y="116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0"/>
            <p:cNvSpPr/>
            <p:nvPr/>
          </p:nvSpPr>
          <p:spPr>
            <a:xfrm rot="-201210">
              <a:off x="1912168" y="3507591"/>
              <a:ext cx="666658" cy="753381"/>
            </a:xfrm>
            <a:custGeom>
              <a:avLst/>
              <a:gdLst/>
              <a:ahLst/>
              <a:cxnLst/>
              <a:rect l="l" t="t" r="r" b="b"/>
              <a:pathLst>
                <a:path w="12999" h="14690" extrusionOk="0">
                  <a:moveTo>
                    <a:pt x="2160" y="0"/>
                  </a:moveTo>
                  <a:lnTo>
                    <a:pt x="2160" y="0"/>
                  </a:lnTo>
                  <a:cubicBezTo>
                    <a:pt x="2090" y="80"/>
                    <a:pt x="2030" y="160"/>
                    <a:pt x="1960" y="240"/>
                  </a:cubicBezTo>
                  <a:lnTo>
                    <a:pt x="2120" y="240"/>
                  </a:lnTo>
                  <a:cubicBezTo>
                    <a:pt x="2130" y="160"/>
                    <a:pt x="2150" y="80"/>
                    <a:pt x="2160" y="0"/>
                  </a:cubicBezTo>
                  <a:close/>
                  <a:moveTo>
                    <a:pt x="0" y="5970"/>
                  </a:moveTo>
                  <a:cubicBezTo>
                    <a:pt x="0" y="6160"/>
                    <a:pt x="11" y="6360"/>
                    <a:pt x="31" y="6560"/>
                  </a:cubicBezTo>
                  <a:lnTo>
                    <a:pt x="2890" y="6560"/>
                  </a:lnTo>
                  <a:cubicBezTo>
                    <a:pt x="2800" y="6360"/>
                    <a:pt x="2720" y="6170"/>
                    <a:pt x="2650" y="5970"/>
                  </a:cubicBezTo>
                  <a:close/>
                  <a:moveTo>
                    <a:pt x="7310" y="11519"/>
                  </a:moveTo>
                  <a:cubicBezTo>
                    <a:pt x="6439" y="12009"/>
                    <a:pt x="5440" y="12279"/>
                    <a:pt x="4380" y="12279"/>
                  </a:cubicBezTo>
                  <a:lnTo>
                    <a:pt x="2510" y="12279"/>
                  </a:lnTo>
                  <a:cubicBezTo>
                    <a:pt x="2700" y="12489"/>
                    <a:pt x="2900" y="12689"/>
                    <a:pt x="3120" y="12879"/>
                  </a:cubicBezTo>
                  <a:lnTo>
                    <a:pt x="4380" y="12879"/>
                  </a:lnTo>
                  <a:cubicBezTo>
                    <a:pt x="5680" y="12879"/>
                    <a:pt x="6890" y="12499"/>
                    <a:pt x="7919" y="11849"/>
                  </a:cubicBezTo>
                  <a:cubicBezTo>
                    <a:pt x="7710" y="11749"/>
                    <a:pt x="7510" y="11639"/>
                    <a:pt x="7310" y="11519"/>
                  </a:cubicBezTo>
                  <a:close/>
                  <a:moveTo>
                    <a:pt x="12409" y="13019"/>
                  </a:moveTo>
                  <a:lnTo>
                    <a:pt x="12409" y="14689"/>
                  </a:lnTo>
                  <a:cubicBezTo>
                    <a:pt x="12609" y="14619"/>
                    <a:pt x="12799" y="14539"/>
                    <a:pt x="12999" y="14449"/>
                  </a:cubicBezTo>
                  <a:lnTo>
                    <a:pt x="12999" y="13029"/>
                  </a:lnTo>
                  <a:lnTo>
                    <a:pt x="12859" y="13029"/>
                  </a:lnTo>
                  <a:cubicBezTo>
                    <a:pt x="12709" y="13029"/>
                    <a:pt x="12559" y="13029"/>
                    <a:pt x="12409" y="130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" name="Google Shape;318;p30"/>
          <p:cNvGrpSpPr/>
          <p:nvPr/>
        </p:nvGrpSpPr>
        <p:grpSpPr>
          <a:xfrm>
            <a:off x="2887065" y="4307473"/>
            <a:ext cx="741530" cy="741017"/>
            <a:chOff x="2887065" y="4307473"/>
            <a:chExt cx="741530" cy="741017"/>
          </a:xfrm>
        </p:grpSpPr>
        <p:sp>
          <p:nvSpPr>
            <p:cNvPr id="319" name="Google Shape;319;p30"/>
            <p:cNvSpPr/>
            <p:nvPr/>
          </p:nvSpPr>
          <p:spPr>
            <a:xfrm>
              <a:off x="2887065" y="4307473"/>
              <a:ext cx="741530" cy="741017"/>
            </a:xfrm>
            <a:custGeom>
              <a:avLst/>
              <a:gdLst/>
              <a:ahLst/>
              <a:cxnLst/>
              <a:rect l="l" t="t" r="r" b="b"/>
              <a:pathLst>
                <a:path w="14459" h="14449" extrusionOk="0">
                  <a:moveTo>
                    <a:pt x="7130" y="0"/>
                  </a:moveTo>
                  <a:cubicBezTo>
                    <a:pt x="5380" y="30"/>
                    <a:pt x="3770" y="680"/>
                    <a:pt x="2530" y="1740"/>
                  </a:cubicBezTo>
                  <a:cubicBezTo>
                    <a:pt x="2370" y="1870"/>
                    <a:pt x="2220" y="2020"/>
                    <a:pt x="2070" y="2170"/>
                  </a:cubicBezTo>
                  <a:cubicBezTo>
                    <a:pt x="1230" y="3029"/>
                    <a:pt x="600" y="4100"/>
                    <a:pt x="270" y="5289"/>
                  </a:cubicBezTo>
                  <a:cubicBezTo>
                    <a:pt x="220" y="5460"/>
                    <a:pt x="180" y="5640"/>
                    <a:pt x="140" y="5820"/>
                  </a:cubicBezTo>
                  <a:cubicBezTo>
                    <a:pt x="51" y="6269"/>
                    <a:pt x="0" y="6739"/>
                    <a:pt x="0" y="7229"/>
                  </a:cubicBezTo>
                  <a:cubicBezTo>
                    <a:pt x="0" y="8509"/>
                    <a:pt x="340" y="9719"/>
                    <a:pt x="930" y="10759"/>
                  </a:cubicBezTo>
                  <a:cubicBezTo>
                    <a:pt x="1310" y="11439"/>
                    <a:pt x="1800" y="12049"/>
                    <a:pt x="2370" y="12568"/>
                  </a:cubicBezTo>
                  <a:lnTo>
                    <a:pt x="2370" y="12579"/>
                  </a:lnTo>
                  <a:cubicBezTo>
                    <a:pt x="2770" y="12939"/>
                    <a:pt x="3200" y="13248"/>
                    <a:pt x="3670" y="13508"/>
                  </a:cubicBezTo>
                  <a:cubicBezTo>
                    <a:pt x="4540" y="14008"/>
                    <a:pt x="5540" y="14328"/>
                    <a:pt x="6590" y="14428"/>
                  </a:cubicBezTo>
                  <a:cubicBezTo>
                    <a:pt x="6799" y="14439"/>
                    <a:pt x="7019" y="14448"/>
                    <a:pt x="7230" y="14448"/>
                  </a:cubicBezTo>
                  <a:cubicBezTo>
                    <a:pt x="8830" y="14448"/>
                    <a:pt x="10309" y="13928"/>
                    <a:pt x="11509" y="13048"/>
                  </a:cubicBezTo>
                  <a:cubicBezTo>
                    <a:pt x="13089" y="11889"/>
                    <a:pt x="14179" y="10099"/>
                    <a:pt x="14409" y="8049"/>
                  </a:cubicBezTo>
                  <a:cubicBezTo>
                    <a:pt x="14439" y="7779"/>
                    <a:pt x="14459" y="7509"/>
                    <a:pt x="14459" y="7229"/>
                  </a:cubicBezTo>
                  <a:cubicBezTo>
                    <a:pt x="14459" y="5700"/>
                    <a:pt x="13979" y="4269"/>
                    <a:pt x="13159" y="3100"/>
                  </a:cubicBezTo>
                  <a:cubicBezTo>
                    <a:pt x="12559" y="2240"/>
                    <a:pt x="11779" y="1520"/>
                    <a:pt x="10869" y="980"/>
                  </a:cubicBezTo>
                  <a:cubicBezTo>
                    <a:pt x="10419" y="720"/>
                    <a:pt x="9949" y="510"/>
                    <a:pt x="9449" y="350"/>
                  </a:cubicBezTo>
                  <a:cubicBezTo>
                    <a:pt x="8750" y="120"/>
                    <a:pt x="7999" y="0"/>
                    <a:pt x="72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2894245" y="4307473"/>
              <a:ext cx="731786" cy="739991"/>
            </a:xfrm>
            <a:custGeom>
              <a:avLst/>
              <a:gdLst/>
              <a:ahLst/>
              <a:cxnLst/>
              <a:rect l="l" t="t" r="r" b="b"/>
              <a:pathLst>
                <a:path w="14269" h="14429" extrusionOk="0">
                  <a:moveTo>
                    <a:pt x="10339" y="5820"/>
                  </a:moveTo>
                  <a:lnTo>
                    <a:pt x="11779" y="8299"/>
                  </a:lnTo>
                  <a:lnTo>
                    <a:pt x="10359" y="10759"/>
                  </a:lnTo>
                  <a:lnTo>
                    <a:pt x="7510" y="10759"/>
                  </a:lnTo>
                  <a:lnTo>
                    <a:pt x="6079" y="8289"/>
                  </a:lnTo>
                  <a:lnTo>
                    <a:pt x="7510" y="5820"/>
                  </a:lnTo>
                  <a:close/>
                  <a:moveTo>
                    <a:pt x="6990" y="0"/>
                  </a:moveTo>
                  <a:lnTo>
                    <a:pt x="7050" y="100"/>
                  </a:lnTo>
                  <a:lnTo>
                    <a:pt x="5619" y="2580"/>
                  </a:lnTo>
                  <a:lnTo>
                    <a:pt x="2880" y="2580"/>
                  </a:lnTo>
                  <a:lnTo>
                    <a:pt x="2390" y="1740"/>
                  </a:lnTo>
                  <a:cubicBezTo>
                    <a:pt x="2230" y="1870"/>
                    <a:pt x="2080" y="2020"/>
                    <a:pt x="1930" y="2170"/>
                  </a:cubicBezTo>
                  <a:lnTo>
                    <a:pt x="2360" y="2909"/>
                  </a:lnTo>
                  <a:lnTo>
                    <a:pt x="990" y="5289"/>
                  </a:lnTo>
                  <a:lnTo>
                    <a:pt x="130" y="5289"/>
                  </a:lnTo>
                  <a:cubicBezTo>
                    <a:pt x="80" y="5460"/>
                    <a:pt x="40" y="5640"/>
                    <a:pt x="0" y="5820"/>
                  </a:cubicBezTo>
                  <a:lnTo>
                    <a:pt x="990" y="5820"/>
                  </a:lnTo>
                  <a:lnTo>
                    <a:pt x="2370" y="8219"/>
                  </a:lnTo>
                  <a:lnTo>
                    <a:pt x="910" y="10759"/>
                  </a:lnTo>
                  <a:lnTo>
                    <a:pt x="790" y="10759"/>
                  </a:lnTo>
                  <a:cubicBezTo>
                    <a:pt x="1170" y="11439"/>
                    <a:pt x="1660" y="12049"/>
                    <a:pt x="2230" y="12568"/>
                  </a:cubicBezTo>
                  <a:lnTo>
                    <a:pt x="1380" y="11109"/>
                  </a:lnTo>
                  <a:lnTo>
                    <a:pt x="2850" y="8569"/>
                  </a:lnTo>
                  <a:lnTo>
                    <a:pt x="5630" y="8569"/>
                  </a:lnTo>
                  <a:lnTo>
                    <a:pt x="7059" y="11039"/>
                  </a:lnTo>
                  <a:lnTo>
                    <a:pt x="5630" y="13508"/>
                  </a:lnTo>
                  <a:lnTo>
                    <a:pt x="3530" y="13508"/>
                  </a:lnTo>
                  <a:cubicBezTo>
                    <a:pt x="4400" y="14008"/>
                    <a:pt x="5400" y="14328"/>
                    <a:pt x="6450" y="14428"/>
                  </a:cubicBezTo>
                  <a:lnTo>
                    <a:pt x="6079" y="13779"/>
                  </a:lnTo>
                  <a:lnTo>
                    <a:pt x="7510" y="11299"/>
                  </a:lnTo>
                  <a:lnTo>
                    <a:pt x="10359" y="11299"/>
                  </a:lnTo>
                  <a:lnTo>
                    <a:pt x="11369" y="13048"/>
                  </a:lnTo>
                  <a:cubicBezTo>
                    <a:pt x="12949" y="11889"/>
                    <a:pt x="14039" y="10099"/>
                    <a:pt x="14269" y="8049"/>
                  </a:cubicBezTo>
                  <a:lnTo>
                    <a:pt x="12249" y="8049"/>
                  </a:lnTo>
                  <a:lnTo>
                    <a:pt x="10819" y="5560"/>
                  </a:lnTo>
                  <a:lnTo>
                    <a:pt x="12239" y="3100"/>
                  </a:lnTo>
                  <a:lnTo>
                    <a:pt x="13019" y="3100"/>
                  </a:lnTo>
                  <a:cubicBezTo>
                    <a:pt x="12419" y="2240"/>
                    <a:pt x="11639" y="1520"/>
                    <a:pt x="10729" y="980"/>
                  </a:cubicBezTo>
                  <a:lnTo>
                    <a:pt x="10729" y="980"/>
                  </a:lnTo>
                  <a:lnTo>
                    <a:pt x="11789" y="2820"/>
                  </a:lnTo>
                  <a:lnTo>
                    <a:pt x="10359" y="5289"/>
                  </a:lnTo>
                  <a:lnTo>
                    <a:pt x="7510" y="5289"/>
                  </a:lnTo>
                  <a:lnTo>
                    <a:pt x="6090" y="2829"/>
                  </a:lnTo>
                  <a:lnTo>
                    <a:pt x="7519" y="350"/>
                  </a:lnTo>
                  <a:lnTo>
                    <a:pt x="9309" y="350"/>
                  </a:lnTo>
                  <a:cubicBezTo>
                    <a:pt x="8610" y="120"/>
                    <a:pt x="7859" y="0"/>
                    <a:pt x="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2887065" y="4572565"/>
              <a:ext cx="590752" cy="404126"/>
            </a:xfrm>
            <a:custGeom>
              <a:avLst/>
              <a:gdLst/>
              <a:ahLst/>
              <a:cxnLst/>
              <a:rect l="l" t="t" r="r" b="b"/>
              <a:pathLst>
                <a:path w="11519" h="7880" extrusionOk="0">
                  <a:moveTo>
                    <a:pt x="11519" y="7870"/>
                  </a:moveTo>
                  <a:cubicBezTo>
                    <a:pt x="11519" y="7879"/>
                    <a:pt x="11509" y="7879"/>
                    <a:pt x="11509" y="7879"/>
                  </a:cubicBezTo>
                  <a:cubicBezTo>
                    <a:pt x="11509" y="7879"/>
                    <a:pt x="11519" y="7879"/>
                    <a:pt x="11519" y="7870"/>
                  </a:cubicBezTo>
                  <a:close/>
                  <a:moveTo>
                    <a:pt x="11519" y="7870"/>
                  </a:moveTo>
                  <a:lnTo>
                    <a:pt x="11519" y="7870"/>
                  </a:lnTo>
                  <a:lnTo>
                    <a:pt x="11519" y="7870"/>
                  </a:lnTo>
                  <a:close/>
                  <a:moveTo>
                    <a:pt x="280" y="80"/>
                  </a:moveTo>
                  <a:cubicBezTo>
                    <a:pt x="270" y="100"/>
                    <a:pt x="270" y="111"/>
                    <a:pt x="270" y="120"/>
                  </a:cubicBezTo>
                  <a:cubicBezTo>
                    <a:pt x="220" y="291"/>
                    <a:pt x="180" y="471"/>
                    <a:pt x="140" y="651"/>
                  </a:cubicBezTo>
                  <a:cubicBezTo>
                    <a:pt x="51" y="1100"/>
                    <a:pt x="0" y="1570"/>
                    <a:pt x="0" y="2060"/>
                  </a:cubicBezTo>
                  <a:lnTo>
                    <a:pt x="0" y="2060"/>
                  </a:lnTo>
                  <a:cubicBezTo>
                    <a:pt x="0" y="1570"/>
                    <a:pt x="51" y="1100"/>
                    <a:pt x="140" y="651"/>
                  </a:cubicBezTo>
                  <a:lnTo>
                    <a:pt x="140" y="651"/>
                  </a:lnTo>
                  <a:cubicBezTo>
                    <a:pt x="180" y="471"/>
                    <a:pt x="220" y="291"/>
                    <a:pt x="270" y="120"/>
                  </a:cubicBezTo>
                  <a:lnTo>
                    <a:pt x="270" y="120"/>
                  </a:lnTo>
                  <a:cubicBezTo>
                    <a:pt x="270" y="111"/>
                    <a:pt x="270" y="100"/>
                    <a:pt x="280" y="80"/>
                  </a:cubicBezTo>
                  <a:close/>
                  <a:moveTo>
                    <a:pt x="290" y="51"/>
                  </a:moveTo>
                  <a:cubicBezTo>
                    <a:pt x="280" y="60"/>
                    <a:pt x="280" y="71"/>
                    <a:pt x="280" y="80"/>
                  </a:cubicBezTo>
                  <a:cubicBezTo>
                    <a:pt x="280" y="71"/>
                    <a:pt x="280" y="60"/>
                    <a:pt x="290" y="51"/>
                  </a:cubicBezTo>
                  <a:close/>
                  <a:moveTo>
                    <a:pt x="290" y="40"/>
                  </a:moveTo>
                  <a:lnTo>
                    <a:pt x="290" y="51"/>
                  </a:lnTo>
                  <a:lnTo>
                    <a:pt x="290" y="40"/>
                  </a:lnTo>
                  <a:close/>
                  <a:moveTo>
                    <a:pt x="290" y="31"/>
                  </a:moveTo>
                  <a:lnTo>
                    <a:pt x="290" y="31"/>
                  </a:lnTo>
                  <a:lnTo>
                    <a:pt x="290" y="31"/>
                  </a:lnTo>
                  <a:close/>
                  <a:moveTo>
                    <a:pt x="300" y="11"/>
                  </a:moveTo>
                  <a:lnTo>
                    <a:pt x="300" y="20"/>
                  </a:lnTo>
                  <a:lnTo>
                    <a:pt x="300" y="11"/>
                  </a:lnTo>
                  <a:close/>
                  <a:moveTo>
                    <a:pt x="300" y="0"/>
                  </a:moveTo>
                  <a:lnTo>
                    <a:pt x="300" y="0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2887065" y="4419736"/>
              <a:ext cx="590290" cy="628754"/>
            </a:xfrm>
            <a:custGeom>
              <a:avLst/>
              <a:gdLst/>
              <a:ahLst/>
              <a:cxnLst/>
              <a:rect l="l" t="t" r="r" b="b"/>
              <a:pathLst>
                <a:path w="11510" h="12260" extrusionOk="0">
                  <a:moveTo>
                    <a:pt x="2060" y="1"/>
                  </a:moveTo>
                  <a:lnTo>
                    <a:pt x="2060" y="1"/>
                  </a:lnTo>
                  <a:cubicBezTo>
                    <a:pt x="1250" y="820"/>
                    <a:pt x="640" y="1840"/>
                    <a:pt x="300" y="2980"/>
                  </a:cubicBezTo>
                  <a:lnTo>
                    <a:pt x="300" y="2991"/>
                  </a:lnTo>
                  <a:lnTo>
                    <a:pt x="300" y="3000"/>
                  </a:lnTo>
                  <a:lnTo>
                    <a:pt x="290" y="3011"/>
                  </a:lnTo>
                  <a:lnTo>
                    <a:pt x="290" y="3020"/>
                  </a:lnTo>
                  <a:lnTo>
                    <a:pt x="290" y="3031"/>
                  </a:lnTo>
                  <a:cubicBezTo>
                    <a:pt x="280" y="3040"/>
                    <a:pt x="280" y="3051"/>
                    <a:pt x="280" y="3060"/>
                  </a:cubicBezTo>
                  <a:cubicBezTo>
                    <a:pt x="270" y="3080"/>
                    <a:pt x="270" y="3091"/>
                    <a:pt x="270" y="3100"/>
                  </a:cubicBezTo>
                  <a:lnTo>
                    <a:pt x="1130" y="3100"/>
                  </a:lnTo>
                  <a:lnTo>
                    <a:pt x="1820" y="1900"/>
                  </a:lnTo>
                  <a:cubicBezTo>
                    <a:pt x="1830" y="1371"/>
                    <a:pt x="1880" y="840"/>
                    <a:pt x="1980" y="331"/>
                  </a:cubicBezTo>
                  <a:cubicBezTo>
                    <a:pt x="2000" y="221"/>
                    <a:pt x="2030" y="111"/>
                    <a:pt x="2060" y="1"/>
                  </a:cubicBezTo>
                  <a:close/>
                  <a:moveTo>
                    <a:pt x="140" y="3631"/>
                  </a:moveTo>
                  <a:cubicBezTo>
                    <a:pt x="51" y="4080"/>
                    <a:pt x="0" y="4550"/>
                    <a:pt x="0" y="5040"/>
                  </a:cubicBezTo>
                  <a:cubicBezTo>
                    <a:pt x="0" y="6320"/>
                    <a:pt x="340" y="7530"/>
                    <a:pt x="930" y="8570"/>
                  </a:cubicBezTo>
                  <a:lnTo>
                    <a:pt x="1050" y="8570"/>
                  </a:lnTo>
                  <a:lnTo>
                    <a:pt x="2510" y="6030"/>
                  </a:lnTo>
                  <a:lnTo>
                    <a:pt x="1130" y="3631"/>
                  </a:lnTo>
                  <a:close/>
                  <a:moveTo>
                    <a:pt x="2990" y="6380"/>
                  </a:moveTo>
                  <a:lnTo>
                    <a:pt x="1520" y="8920"/>
                  </a:lnTo>
                  <a:lnTo>
                    <a:pt x="2370" y="10379"/>
                  </a:lnTo>
                  <a:lnTo>
                    <a:pt x="2370" y="10390"/>
                  </a:lnTo>
                  <a:cubicBezTo>
                    <a:pt x="2770" y="10750"/>
                    <a:pt x="3200" y="11059"/>
                    <a:pt x="3670" y="11319"/>
                  </a:cubicBezTo>
                  <a:lnTo>
                    <a:pt x="5770" y="11319"/>
                  </a:lnTo>
                  <a:lnTo>
                    <a:pt x="6730" y="9670"/>
                  </a:lnTo>
                  <a:cubicBezTo>
                    <a:pt x="6510" y="9570"/>
                    <a:pt x="6310" y="9460"/>
                    <a:pt x="6110" y="9350"/>
                  </a:cubicBezTo>
                  <a:cubicBezTo>
                    <a:pt x="5560" y="9040"/>
                    <a:pt x="5050" y="8670"/>
                    <a:pt x="4590" y="8250"/>
                  </a:cubicBezTo>
                  <a:cubicBezTo>
                    <a:pt x="3990" y="7700"/>
                    <a:pt x="3470" y="7070"/>
                    <a:pt x="3050" y="6380"/>
                  </a:cubicBezTo>
                  <a:close/>
                  <a:moveTo>
                    <a:pt x="7210" y="9870"/>
                  </a:moveTo>
                  <a:lnTo>
                    <a:pt x="6219" y="11590"/>
                  </a:lnTo>
                  <a:lnTo>
                    <a:pt x="6590" y="12239"/>
                  </a:lnTo>
                  <a:cubicBezTo>
                    <a:pt x="6799" y="12250"/>
                    <a:pt x="7019" y="12259"/>
                    <a:pt x="7230" y="12259"/>
                  </a:cubicBezTo>
                  <a:cubicBezTo>
                    <a:pt x="8830" y="12259"/>
                    <a:pt x="10309" y="11739"/>
                    <a:pt x="11509" y="10859"/>
                  </a:cubicBezTo>
                  <a:lnTo>
                    <a:pt x="11239" y="10390"/>
                  </a:lnTo>
                  <a:cubicBezTo>
                    <a:pt x="10929" y="10430"/>
                    <a:pt x="10609" y="10450"/>
                    <a:pt x="10279" y="10450"/>
                  </a:cubicBezTo>
                  <a:cubicBezTo>
                    <a:pt x="10029" y="10450"/>
                    <a:pt x="9779" y="10439"/>
                    <a:pt x="9539" y="10419"/>
                  </a:cubicBezTo>
                  <a:cubicBezTo>
                    <a:pt x="8719" y="10350"/>
                    <a:pt x="7939" y="10159"/>
                    <a:pt x="7210" y="987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2894245" y="4517178"/>
              <a:ext cx="622087" cy="530287"/>
            </a:xfrm>
            <a:custGeom>
              <a:avLst/>
              <a:gdLst/>
              <a:ahLst/>
              <a:cxnLst/>
              <a:rect l="l" t="t" r="r" b="b"/>
              <a:pathLst>
                <a:path w="12130" h="10340" extrusionOk="0">
                  <a:moveTo>
                    <a:pt x="1680" y="0"/>
                  </a:moveTo>
                  <a:lnTo>
                    <a:pt x="990" y="1200"/>
                  </a:lnTo>
                  <a:lnTo>
                    <a:pt x="130" y="1200"/>
                  </a:lnTo>
                  <a:cubicBezTo>
                    <a:pt x="80" y="1371"/>
                    <a:pt x="40" y="1551"/>
                    <a:pt x="0" y="1731"/>
                  </a:cubicBezTo>
                  <a:lnTo>
                    <a:pt x="990" y="1731"/>
                  </a:lnTo>
                  <a:lnTo>
                    <a:pt x="2370" y="4130"/>
                  </a:lnTo>
                  <a:lnTo>
                    <a:pt x="910" y="6670"/>
                  </a:lnTo>
                  <a:lnTo>
                    <a:pt x="790" y="6670"/>
                  </a:lnTo>
                  <a:cubicBezTo>
                    <a:pt x="1170" y="7350"/>
                    <a:pt x="1660" y="7960"/>
                    <a:pt x="2230" y="8479"/>
                  </a:cubicBezTo>
                  <a:lnTo>
                    <a:pt x="1380" y="7020"/>
                  </a:lnTo>
                  <a:lnTo>
                    <a:pt x="2850" y="4480"/>
                  </a:lnTo>
                  <a:lnTo>
                    <a:pt x="2910" y="4480"/>
                  </a:lnTo>
                  <a:cubicBezTo>
                    <a:pt x="2860" y="4390"/>
                    <a:pt x="2810" y="4310"/>
                    <a:pt x="2760" y="4220"/>
                  </a:cubicBezTo>
                  <a:cubicBezTo>
                    <a:pt x="2070" y="3000"/>
                    <a:pt x="1680" y="1591"/>
                    <a:pt x="1680" y="91"/>
                  </a:cubicBezTo>
                  <a:lnTo>
                    <a:pt x="1680" y="0"/>
                  </a:lnTo>
                  <a:close/>
                  <a:moveTo>
                    <a:pt x="12129" y="8310"/>
                  </a:moveTo>
                  <a:cubicBezTo>
                    <a:pt x="11789" y="8390"/>
                    <a:pt x="11449" y="8459"/>
                    <a:pt x="11099" y="8490"/>
                  </a:cubicBezTo>
                  <a:lnTo>
                    <a:pt x="11369" y="8959"/>
                  </a:lnTo>
                  <a:cubicBezTo>
                    <a:pt x="11369" y="8959"/>
                    <a:pt x="11379" y="8959"/>
                    <a:pt x="11379" y="8950"/>
                  </a:cubicBezTo>
                  <a:cubicBezTo>
                    <a:pt x="11649" y="8759"/>
                    <a:pt x="11899" y="8539"/>
                    <a:pt x="12129" y="8310"/>
                  </a:cubicBezTo>
                  <a:close/>
                  <a:moveTo>
                    <a:pt x="6590" y="7770"/>
                  </a:moveTo>
                  <a:lnTo>
                    <a:pt x="5630" y="9419"/>
                  </a:lnTo>
                  <a:lnTo>
                    <a:pt x="3530" y="9419"/>
                  </a:lnTo>
                  <a:cubicBezTo>
                    <a:pt x="4400" y="9919"/>
                    <a:pt x="5400" y="10239"/>
                    <a:pt x="6450" y="10339"/>
                  </a:cubicBezTo>
                  <a:lnTo>
                    <a:pt x="6079" y="9690"/>
                  </a:lnTo>
                  <a:lnTo>
                    <a:pt x="7070" y="7970"/>
                  </a:lnTo>
                  <a:cubicBezTo>
                    <a:pt x="6899" y="7910"/>
                    <a:pt x="6739" y="7840"/>
                    <a:pt x="6590" y="77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" name="Google Shape;324;p30"/>
          <p:cNvGrpSpPr/>
          <p:nvPr/>
        </p:nvGrpSpPr>
        <p:grpSpPr>
          <a:xfrm>
            <a:off x="285991" y="3056457"/>
            <a:ext cx="834400" cy="834400"/>
            <a:chOff x="285991" y="3056457"/>
            <a:chExt cx="834400" cy="834400"/>
          </a:xfrm>
        </p:grpSpPr>
        <p:sp>
          <p:nvSpPr>
            <p:cNvPr id="325" name="Google Shape;325;p30"/>
            <p:cNvSpPr/>
            <p:nvPr/>
          </p:nvSpPr>
          <p:spPr>
            <a:xfrm>
              <a:off x="285991" y="3056457"/>
              <a:ext cx="834400" cy="834400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30" y="1"/>
                  </a:moveTo>
                  <a:cubicBezTo>
                    <a:pt x="7030" y="1"/>
                    <a:pt x="6340" y="90"/>
                    <a:pt x="5690" y="270"/>
                  </a:cubicBezTo>
                  <a:cubicBezTo>
                    <a:pt x="5510" y="321"/>
                    <a:pt x="5330" y="370"/>
                    <a:pt x="5150" y="441"/>
                  </a:cubicBezTo>
                  <a:cubicBezTo>
                    <a:pt x="2730" y="1300"/>
                    <a:pt x="860" y="3330"/>
                    <a:pt x="231" y="5850"/>
                  </a:cubicBezTo>
                  <a:cubicBezTo>
                    <a:pt x="160" y="6140"/>
                    <a:pt x="100" y="6430"/>
                    <a:pt x="71" y="6729"/>
                  </a:cubicBezTo>
                  <a:cubicBezTo>
                    <a:pt x="20" y="7060"/>
                    <a:pt x="0" y="7389"/>
                    <a:pt x="0" y="7729"/>
                  </a:cubicBezTo>
                  <a:cubicBezTo>
                    <a:pt x="0" y="8440"/>
                    <a:pt x="100" y="9129"/>
                    <a:pt x="280" y="9780"/>
                  </a:cubicBezTo>
                  <a:cubicBezTo>
                    <a:pt x="331" y="9980"/>
                    <a:pt x="400" y="10169"/>
                    <a:pt x="471" y="10360"/>
                  </a:cubicBezTo>
                  <a:cubicBezTo>
                    <a:pt x="751" y="11159"/>
                    <a:pt x="1171" y="11899"/>
                    <a:pt x="1691" y="12549"/>
                  </a:cubicBezTo>
                  <a:cubicBezTo>
                    <a:pt x="1811" y="12689"/>
                    <a:pt x="1931" y="12829"/>
                    <a:pt x="2060" y="12969"/>
                  </a:cubicBezTo>
                  <a:cubicBezTo>
                    <a:pt x="2220" y="13149"/>
                    <a:pt x="2391" y="13319"/>
                    <a:pt x="2571" y="13479"/>
                  </a:cubicBezTo>
                  <a:cubicBezTo>
                    <a:pt x="2800" y="13679"/>
                    <a:pt x="3030" y="13869"/>
                    <a:pt x="3270" y="14039"/>
                  </a:cubicBezTo>
                  <a:cubicBezTo>
                    <a:pt x="4530" y="14929"/>
                    <a:pt x="6070" y="15459"/>
                    <a:pt x="7730" y="15459"/>
                  </a:cubicBezTo>
                  <a:cubicBezTo>
                    <a:pt x="9390" y="15459"/>
                    <a:pt x="10930" y="14929"/>
                    <a:pt x="12189" y="14039"/>
                  </a:cubicBezTo>
                  <a:cubicBezTo>
                    <a:pt x="12439" y="13869"/>
                    <a:pt x="12669" y="13679"/>
                    <a:pt x="12899" y="13479"/>
                  </a:cubicBezTo>
                  <a:cubicBezTo>
                    <a:pt x="13659" y="12799"/>
                    <a:pt x="14279" y="11959"/>
                    <a:pt x="14729" y="11019"/>
                  </a:cubicBezTo>
                  <a:cubicBezTo>
                    <a:pt x="14809" y="10839"/>
                    <a:pt x="14889" y="10649"/>
                    <a:pt x="14969" y="10460"/>
                  </a:cubicBezTo>
                  <a:cubicBezTo>
                    <a:pt x="15259" y="9700"/>
                    <a:pt x="15429" y="8869"/>
                    <a:pt x="15459" y="8009"/>
                  </a:cubicBezTo>
                  <a:lnTo>
                    <a:pt x="15459" y="7729"/>
                  </a:lnTo>
                  <a:lnTo>
                    <a:pt x="15459" y="7449"/>
                  </a:lnTo>
                  <a:cubicBezTo>
                    <a:pt x="15379" y="5130"/>
                    <a:pt x="14269" y="3070"/>
                    <a:pt x="12589" y="1710"/>
                  </a:cubicBezTo>
                  <a:cubicBezTo>
                    <a:pt x="12339" y="1510"/>
                    <a:pt x="12069" y="1320"/>
                    <a:pt x="11799" y="1150"/>
                  </a:cubicBezTo>
                  <a:cubicBezTo>
                    <a:pt x="10910" y="601"/>
                    <a:pt x="9899" y="221"/>
                    <a:pt x="8819" y="70"/>
                  </a:cubicBezTo>
                  <a:cubicBezTo>
                    <a:pt x="8610" y="41"/>
                    <a:pt x="8410" y="21"/>
                    <a:pt x="8199" y="10"/>
                  </a:cubicBezTo>
                  <a:cubicBezTo>
                    <a:pt x="8050" y="1"/>
                    <a:pt x="7890" y="1"/>
                    <a:pt x="77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285991" y="3169804"/>
              <a:ext cx="703294" cy="721052"/>
            </a:xfrm>
            <a:custGeom>
              <a:avLst/>
              <a:gdLst/>
              <a:ahLst/>
              <a:cxnLst/>
              <a:rect l="l" t="t" r="r" b="b"/>
              <a:pathLst>
                <a:path w="13030" h="13359" extrusionOk="0">
                  <a:moveTo>
                    <a:pt x="2431" y="0"/>
                  </a:moveTo>
                  <a:lnTo>
                    <a:pt x="2431" y="0"/>
                  </a:lnTo>
                  <a:cubicBezTo>
                    <a:pt x="1380" y="990"/>
                    <a:pt x="611" y="2270"/>
                    <a:pt x="240" y="3710"/>
                  </a:cubicBezTo>
                  <a:lnTo>
                    <a:pt x="240" y="3720"/>
                  </a:lnTo>
                  <a:lnTo>
                    <a:pt x="240" y="3730"/>
                  </a:lnTo>
                  <a:lnTo>
                    <a:pt x="240" y="3740"/>
                  </a:lnTo>
                  <a:cubicBezTo>
                    <a:pt x="231" y="3740"/>
                    <a:pt x="231" y="3740"/>
                    <a:pt x="231" y="3750"/>
                  </a:cubicBezTo>
                  <a:cubicBezTo>
                    <a:pt x="160" y="4040"/>
                    <a:pt x="100" y="4330"/>
                    <a:pt x="71" y="4629"/>
                  </a:cubicBezTo>
                  <a:cubicBezTo>
                    <a:pt x="20" y="4960"/>
                    <a:pt x="0" y="5289"/>
                    <a:pt x="0" y="5629"/>
                  </a:cubicBezTo>
                  <a:cubicBezTo>
                    <a:pt x="0" y="6340"/>
                    <a:pt x="100" y="7029"/>
                    <a:pt x="280" y="7680"/>
                  </a:cubicBezTo>
                  <a:cubicBezTo>
                    <a:pt x="331" y="7880"/>
                    <a:pt x="400" y="8069"/>
                    <a:pt x="471" y="8260"/>
                  </a:cubicBezTo>
                  <a:cubicBezTo>
                    <a:pt x="751" y="9059"/>
                    <a:pt x="1171" y="9799"/>
                    <a:pt x="1691" y="10449"/>
                  </a:cubicBezTo>
                  <a:cubicBezTo>
                    <a:pt x="1811" y="10589"/>
                    <a:pt x="1931" y="10729"/>
                    <a:pt x="2060" y="10869"/>
                  </a:cubicBezTo>
                  <a:cubicBezTo>
                    <a:pt x="2220" y="11049"/>
                    <a:pt x="2391" y="11219"/>
                    <a:pt x="2571" y="11379"/>
                  </a:cubicBezTo>
                  <a:cubicBezTo>
                    <a:pt x="2800" y="11579"/>
                    <a:pt x="3030" y="11769"/>
                    <a:pt x="3270" y="11939"/>
                  </a:cubicBezTo>
                  <a:cubicBezTo>
                    <a:pt x="4530" y="12829"/>
                    <a:pt x="6070" y="13359"/>
                    <a:pt x="7730" y="13359"/>
                  </a:cubicBezTo>
                  <a:cubicBezTo>
                    <a:pt x="9390" y="13359"/>
                    <a:pt x="10930" y="12829"/>
                    <a:pt x="12189" y="11939"/>
                  </a:cubicBezTo>
                  <a:cubicBezTo>
                    <a:pt x="12439" y="11769"/>
                    <a:pt x="12669" y="11579"/>
                    <a:pt x="12899" y="11379"/>
                  </a:cubicBezTo>
                  <a:lnTo>
                    <a:pt x="13029" y="11249"/>
                  </a:lnTo>
                  <a:lnTo>
                    <a:pt x="13029" y="11249"/>
                  </a:lnTo>
                  <a:cubicBezTo>
                    <a:pt x="12529" y="11339"/>
                    <a:pt x="12009" y="11379"/>
                    <a:pt x="11490" y="11379"/>
                  </a:cubicBezTo>
                  <a:cubicBezTo>
                    <a:pt x="9490" y="11379"/>
                    <a:pt x="7640" y="10749"/>
                    <a:pt x="6130" y="9679"/>
                  </a:cubicBezTo>
                  <a:cubicBezTo>
                    <a:pt x="5830" y="9469"/>
                    <a:pt x="5550" y="9249"/>
                    <a:pt x="5280" y="9009"/>
                  </a:cubicBezTo>
                  <a:cubicBezTo>
                    <a:pt x="5070" y="8809"/>
                    <a:pt x="4860" y="8609"/>
                    <a:pt x="4660" y="8389"/>
                  </a:cubicBezTo>
                  <a:cubicBezTo>
                    <a:pt x="4510" y="8229"/>
                    <a:pt x="4360" y="8060"/>
                    <a:pt x="4220" y="7880"/>
                  </a:cubicBezTo>
                  <a:cubicBezTo>
                    <a:pt x="3600" y="7100"/>
                    <a:pt x="3100" y="6220"/>
                    <a:pt x="2750" y="5260"/>
                  </a:cubicBezTo>
                  <a:cubicBezTo>
                    <a:pt x="2670" y="5029"/>
                    <a:pt x="2591" y="4800"/>
                    <a:pt x="2531" y="4560"/>
                  </a:cubicBezTo>
                  <a:cubicBezTo>
                    <a:pt x="2311" y="3770"/>
                    <a:pt x="2200" y="2950"/>
                    <a:pt x="2200" y="2090"/>
                  </a:cubicBezTo>
                  <a:cubicBezTo>
                    <a:pt x="2200" y="1690"/>
                    <a:pt x="2220" y="1290"/>
                    <a:pt x="2271" y="900"/>
                  </a:cubicBezTo>
                  <a:cubicBezTo>
                    <a:pt x="2311" y="590"/>
                    <a:pt x="2371" y="300"/>
                    <a:pt x="2431" y="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424706" y="3783986"/>
              <a:ext cx="557508" cy="30280"/>
            </a:xfrm>
            <a:custGeom>
              <a:avLst/>
              <a:gdLst/>
              <a:ahLst/>
              <a:cxnLst/>
              <a:rect l="l" t="t" r="r" b="b"/>
              <a:pathLst>
                <a:path w="10329" h="561" extrusionOk="0">
                  <a:moveTo>
                    <a:pt x="1" y="0"/>
                  </a:moveTo>
                  <a:cubicBezTo>
                    <a:pt x="230" y="200"/>
                    <a:pt x="460" y="390"/>
                    <a:pt x="700" y="560"/>
                  </a:cubicBezTo>
                  <a:lnTo>
                    <a:pt x="9619" y="560"/>
                  </a:lnTo>
                  <a:cubicBezTo>
                    <a:pt x="9869" y="390"/>
                    <a:pt x="10099" y="200"/>
                    <a:pt x="103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289769" y="3056996"/>
              <a:ext cx="830621" cy="699462"/>
            </a:xfrm>
            <a:custGeom>
              <a:avLst/>
              <a:gdLst/>
              <a:ahLst/>
              <a:cxnLst/>
              <a:rect l="l" t="t" r="r" b="b"/>
              <a:pathLst>
                <a:path w="15389" h="12959" extrusionOk="0">
                  <a:moveTo>
                    <a:pt x="8129" y="0"/>
                  </a:moveTo>
                  <a:lnTo>
                    <a:pt x="10740" y="7439"/>
                  </a:lnTo>
                  <a:lnTo>
                    <a:pt x="8129" y="7439"/>
                  </a:lnTo>
                  <a:cubicBezTo>
                    <a:pt x="8129" y="7419"/>
                    <a:pt x="8120" y="7410"/>
                    <a:pt x="8120" y="7390"/>
                  </a:cubicBezTo>
                  <a:lnTo>
                    <a:pt x="5620" y="260"/>
                  </a:lnTo>
                  <a:cubicBezTo>
                    <a:pt x="5440" y="311"/>
                    <a:pt x="5260" y="360"/>
                    <a:pt x="5080" y="431"/>
                  </a:cubicBezTo>
                  <a:lnTo>
                    <a:pt x="5410" y="1360"/>
                  </a:lnTo>
                  <a:lnTo>
                    <a:pt x="161" y="5840"/>
                  </a:lnTo>
                  <a:cubicBezTo>
                    <a:pt x="90" y="6130"/>
                    <a:pt x="30" y="6420"/>
                    <a:pt x="1" y="6719"/>
                  </a:cubicBezTo>
                  <a:lnTo>
                    <a:pt x="5610" y="1930"/>
                  </a:lnTo>
                  <a:lnTo>
                    <a:pt x="6480" y="4410"/>
                  </a:lnTo>
                  <a:lnTo>
                    <a:pt x="210" y="9770"/>
                  </a:lnTo>
                  <a:cubicBezTo>
                    <a:pt x="261" y="9970"/>
                    <a:pt x="330" y="10159"/>
                    <a:pt x="401" y="10350"/>
                  </a:cubicBezTo>
                  <a:lnTo>
                    <a:pt x="6680" y="4980"/>
                  </a:lnTo>
                  <a:lnTo>
                    <a:pt x="7550" y="7470"/>
                  </a:lnTo>
                  <a:lnTo>
                    <a:pt x="1621" y="12539"/>
                  </a:lnTo>
                  <a:cubicBezTo>
                    <a:pt x="1741" y="12679"/>
                    <a:pt x="1861" y="12819"/>
                    <a:pt x="1990" y="12959"/>
                  </a:cubicBezTo>
                  <a:lnTo>
                    <a:pt x="4260" y="11009"/>
                  </a:lnTo>
                  <a:lnTo>
                    <a:pt x="14659" y="11009"/>
                  </a:lnTo>
                  <a:cubicBezTo>
                    <a:pt x="14739" y="10829"/>
                    <a:pt x="14819" y="10639"/>
                    <a:pt x="14899" y="10450"/>
                  </a:cubicBezTo>
                  <a:lnTo>
                    <a:pt x="4920" y="10450"/>
                  </a:lnTo>
                  <a:lnTo>
                    <a:pt x="7790" y="7999"/>
                  </a:lnTo>
                  <a:lnTo>
                    <a:pt x="15389" y="7999"/>
                  </a:lnTo>
                  <a:lnTo>
                    <a:pt x="15389" y="7719"/>
                  </a:lnTo>
                  <a:lnTo>
                    <a:pt x="15389" y="7439"/>
                  </a:lnTo>
                  <a:lnTo>
                    <a:pt x="14529" y="7439"/>
                  </a:lnTo>
                  <a:lnTo>
                    <a:pt x="12519" y="1700"/>
                  </a:lnTo>
                  <a:cubicBezTo>
                    <a:pt x="12269" y="1500"/>
                    <a:pt x="11999" y="1310"/>
                    <a:pt x="11729" y="1140"/>
                  </a:cubicBezTo>
                  <a:lnTo>
                    <a:pt x="11729" y="1140"/>
                  </a:lnTo>
                  <a:lnTo>
                    <a:pt x="13929" y="7439"/>
                  </a:lnTo>
                  <a:lnTo>
                    <a:pt x="11329" y="7439"/>
                  </a:lnTo>
                  <a:lnTo>
                    <a:pt x="8749" y="60"/>
                  </a:lnTo>
                  <a:cubicBezTo>
                    <a:pt x="8540" y="31"/>
                    <a:pt x="8340" y="11"/>
                    <a:pt x="81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" name="Google Shape;329;p30"/>
          <p:cNvGrpSpPr/>
          <p:nvPr/>
        </p:nvGrpSpPr>
        <p:grpSpPr>
          <a:xfrm>
            <a:off x="-287090" y="2362518"/>
            <a:ext cx="542361" cy="542361"/>
            <a:chOff x="-287090" y="2362518"/>
            <a:chExt cx="542361" cy="542361"/>
          </a:xfrm>
        </p:grpSpPr>
        <p:sp>
          <p:nvSpPr>
            <p:cNvPr id="330" name="Google Shape;330;p30"/>
            <p:cNvSpPr/>
            <p:nvPr/>
          </p:nvSpPr>
          <p:spPr>
            <a:xfrm rot="-1532296">
              <a:off x="-219282" y="2430325"/>
              <a:ext cx="406747" cy="406747"/>
            </a:xfrm>
            <a:custGeom>
              <a:avLst/>
              <a:gdLst/>
              <a:ahLst/>
              <a:cxnLst/>
              <a:rect l="l" t="t" r="r" b="b"/>
              <a:pathLst>
                <a:path w="7931" h="7931" extrusionOk="0">
                  <a:moveTo>
                    <a:pt x="3960" y="1"/>
                  </a:moveTo>
                  <a:cubicBezTo>
                    <a:pt x="2800" y="1"/>
                    <a:pt x="1751" y="511"/>
                    <a:pt x="1031" y="1311"/>
                  </a:cubicBezTo>
                  <a:cubicBezTo>
                    <a:pt x="901" y="1451"/>
                    <a:pt x="781" y="1601"/>
                    <a:pt x="671" y="1761"/>
                  </a:cubicBezTo>
                  <a:cubicBezTo>
                    <a:pt x="251" y="2391"/>
                    <a:pt x="1" y="3151"/>
                    <a:pt x="1" y="3960"/>
                  </a:cubicBezTo>
                  <a:cubicBezTo>
                    <a:pt x="1" y="4891"/>
                    <a:pt x="321" y="5731"/>
                    <a:pt x="841" y="6400"/>
                  </a:cubicBezTo>
                  <a:cubicBezTo>
                    <a:pt x="971" y="6560"/>
                    <a:pt x="1101" y="6710"/>
                    <a:pt x="1251" y="6850"/>
                  </a:cubicBezTo>
                  <a:cubicBezTo>
                    <a:pt x="1960" y="7520"/>
                    <a:pt x="2911" y="7930"/>
                    <a:pt x="3960" y="7930"/>
                  </a:cubicBezTo>
                  <a:cubicBezTo>
                    <a:pt x="5250" y="7930"/>
                    <a:pt x="6400" y="7310"/>
                    <a:pt x="7120" y="6360"/>
                  </a:cubicBezTo>
                  <a:cubicBezTo>
                    <a:pt x="7210" y="6240"/>
                    <a:pt x="7290" y="6120"/>
                    <a:pt x="7370" y="5991"/>
                  </a:cubicBezTo>
                  <a:cubicBezTo>
                    <a:pt x="7720" y="5400"/>
                    <a:pt x="7930" y="4700"/>
                    <a:pt x="7930" y="3960"/>
                  </a:cubicBezTo>
                  <a:cubicBezTo>
                    <a:pt x="7930" y="3291"/>
                    <a:pt x="7760" y="2660"/>
                    <a:pt x="7460" y="2111"/>
                  </a:cubicBezTo>
                  <a:cubicBezTo>
                    <a:pt x="7390" y="1981"/>
                    <a:pt x="7320" y="1851"/>
                    <a:pt x="7230" y="1731"/>
                  </a:cubicBezTo>
                  <a:cubicBezTo>
                    <a:pt x="6520" y="691"/>
                    <a:pt x="5320" y="1"/>
                    <a:pt x="39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0"/>
            <p:cNvSpPr/>
            <p:nvPr/>
          </p:nvSpPr>
          <p:spPr>
            <a:xfrm rot="-1532296">
              <a:off x="-176079" y="2524730"/>
              <a:ext cx="209297" cy="284123"/>
            </a:xfrm>
            <a:custGeom>
              <a:avLst/>
              <a:gdLst/>
              <a:ahLst/>
              <a:cxnLst/>
              <a:rect l="l" t="t" r="r" b="b"/>
              <a:pathLst>
                <a:path w="4081" h="5540" extrusionOk="0">
                  <a:moveTo>
                    <a:pt x="361" y="0"/>
                  </a:moveTo>
                  <a:cubicBezTo>
                    <a:pt x="231" y="140"/>
                    <a:pt x="111" y="290"/>
                    <a:pt x="1" y="450"/>
                  </a:cubicBezTo>
                  <a:cubicBezTo>
                    <a:pt x="41" y="440"/>
                    <a:pt x="71" y="440"/>
                    <a:pt x="111" y="440"/>
                  </a:cubicBezTo>
                  <a:lnTo>
                    <a:pt x="1310" y="440"/>
                  </a:lnTo>
                  <a:cubicBezTo>
                    <a:pt x="2590" y="440"/>
                    <a:pt x="3641" y="1489"/>
                    <a:pt x="3641" y="2769"/>
                  </a:cubicBezTo>
                  <a:cubicBezTo>
                    <a:pt x="3641" y="4049"/>
                    <a:pt x="2590" y="5089"/>
                    <a:pt x="1310" y="5089"/>
                  </a:cubicBezTo>
                  <a:lnTo>
                    <a:pt x="171" y="5089"/>
                  </a:lnTo>
                  <a:cubicBezTo>
                    <a:pt x="301" y="5249"/>
                    <a:pt x="431" y="5399"/>
                    <a:pt x="581" y="5539"/>
                  </a:cubicBezTo>
                  <a:lnTo>
                    <a:pt x="1310" y="5539"/>
                  </a:lnTo>
                  <a:cubicBezTo>
                    <a:pt x="2841" y="5539"/>
                    <a:pt x="4081" y="4300"/>
                    <a:pt x="4081" y="2769"/>
                  </a:cubicBezTo>
                  <a:cubicBezTo>
                    <a:pt x="4081" y="1240"/>
                    <a:pt x="2841" y="0"/>
                    <a:pt x="13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0"/>
            <p:cNvSpPr/>
            <p:nvPr/>
          </p:nvSpPr>
          <p:spPr>
            <a:xfrm rot="-1532296">
              <a:off x="72397" y="2458421"/>
              <a:ext cx="79031" cy="237504"/>
            </a:xfrm>
            <a:custGeom>
              <a:avLst/>
              <a:gdLst/>
              <a:ahLst/>
              <a:cxnLst/>
              <a:rect l="l" t="t" r="r" b="b"/>
              <a:pathLst>
                <a:path w="1541" h="4631" extrusionOk="0">
                  <a:moveTo>
                    <a:pt x="1311" y="1"/>
                  </a:moveTo>
                  <a:cubicBezTo>
                    <a:pt x="531" y="491"/>
                    <a:pt x="1" y="1361"/>
                    <a:pt x="1" y="2350"/>
                  </a:cubicBezTo>
                  <a:cubicBezTo>
                    <a:pt x="1" y="3290"/>
                    <a:pt x="481" y="4130"/>
                    <a:pt x="1201" y="4630"/>
                  </a:cubicBezTo>
                  <a:cubicBezTo>
                    <a:pt x="1291" y="4510"/>
                    <a:pt x="1371" y="4390"/>
                    <a:pt x="1451" y="4261"/>
                  </a:cubicBezTo>
                  <a:cubicBezTo>
                    <a:pt x="851" y="3841"/>
                    <a:pt x="451" y="3141"/>
                    <a:pt x="451" y="2350"/>
                  </a:cubicBezTo>
                  <a:cubicBezTo>
                    <a:pt x="451" y="1521"/>
                    <a:pt x="891" y="790"/>
                    <a:pt x="1541" y="381"/>
                  </a:cubicBezTo>
                  <a:cubicBezTo>
                    <a:pt x="1471" y="251"/>
                    <a:pt x="1401" y="121"/>
                    <a:pt x="1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0"/>
            <p:cNvSpPr/>
            <p:nvPr/>
          </p:nvSpPr>
          <p:spPr>
            <a:xfrm rot="-1532296">
              <a:off x="-195165" y="2536744"/>
              <a:ext cx="207246" cy="340076"/>
            </a:xfrm>
            <a:custGeom>
              <a:avLst/>
              <a:gdLst/>
              <a:ahLst/>
              <a:cxnLst/>
              <a:rect l="l" t="t" r="r" b="b"/>
              <a:pathLst>
                <a:path w="4041" h="6631" extrusionOk="0">
                  <a:moveTo>
                    <a:pt x="3971" y="6630"/>
                  </a:moveTo>
                  <a:lnTo>
                    <a:pt x="3960" y="6630"/>
                  </a:lnTo>
                  <a:lnTo>
                    <a:pt x="3971" y="6630"/>
                  </a:lnTo>
                  <a:close/>
                  <a:moveTo>
                    <a:pt x="3980" y="6630"/>
                  </a:moveTo>
                  <a:lnTo>
                    <a:pt x="3971" y="6630"/>
                  </a:lnTo>
                  <a:lnTo>
                    <a:pt x="3980" y="6630"/>
                  </a:lnTo>
                  <a:close/>
                  <a:moveTo>
                    <a:pt x="3991" y="6630"/>
                  </a:moveTo>
                  <a:lnTo>
                    <a:pt x="3980" y="6630"/>
                  </a:lnTo>
                  <a:lnTo>
                    <a:pt x="3991" y="6630"/>
                  </a:lnTo>
                  <a:close/>
                  <a:moveTo>
                    <a:pt x="3991" y="6630"/>
                  </a:moveTo>
                  <a:lnTo>
                    <a:pt x="3991" y="6630"/>
                  </a:lnTo>
                  <a:lnTo>
                    <a:pt x="3991" y="6630"/>
                  </a:lnTo>
                  <a:close/>
                  <a:moveTo>
                    <a:pt x="4000" y="6630"/>
                  </a:moveTo>
                  <a:lnTo>
                    <a:pt x="4000" y="6630"/>
                  </a:lnTo>
                  <a:lnTo>
                    <a:pt x="4000" y="6630"/>
                  </a:lnTo>
                  <a:close/>
                  <a:moveTo>
                    <a:pt x="4011" y="6630"/>
                  </a:moveTo>
                  <a:lnTo>
                    <a:pt x="4000" y="6630"/>
                  </a:lnTo>
                  <a:lnTo>
                    <a:pt x="4011" y="6630"/>
                  </a:lnTo>
                  <a:close/>
                  <a:moveTo>
                    <a:pt x="4020" y="6630"/>
                  </a:moveTo>
                  <a:lnTo>
                    <a:pt x="4020" y="6630"/>
                  </a:lnTo>
                  <a:lnTo>
                    <a:pt x="4020" y="6630"/>
                  </a:lnTo>
                  <a:close/>
                  <a:moveTo>
                    <a:pt x="4031" y="6620"/>
                  </a:moveTo>
                  <a:lnTo>
                    <a:pt x="4031" y="6630"/>
                  </a:lnTo>
                  <a:lnTo>
                    <a:pt x="4031" y="6620"/>
                  </a:lnTo>
                  <a:close/>
                  <a:moveTo>
                    <a:pt x="4040" y="6620"/>
                  </a:moveTo>
                  <a:lnTo>
                    <a:pt x="4031" y="6620"/>
                  </a:lnTo>
                  <a:lnTo>
                    <a:pt x="4040" y="6620"/>
                  </a:lnTo>
                  <a:close/>
                  <a:moveTo>
                    <a:pt x="4040" y="6620"/>
                  </a:moveTo>
                  <a:lnTo>
                    <a:pt x="4040" y="6620"/>
                  </a:lnTo>
                  <a:lnTo>
                    <a:pt x="4040" y="6620"/>
                  </a:lnTo>
                  <a:close/>
                  <a:moveTo>
                    <a:pt x="1031" y="1"/>
                  </a:moveTo>
                  <a:lnTo>
                    <a:pt x="1031" y="11"/>
                  </a:lnTo>
                  <a:cubicBezTo>
                    <a:pt x="901" y="151"/>
                    <a:pt x="781" y="301"/>
                    <a:pt x="671" y="461"/>
                  </a:cubicBezTo>
                  <a:cubicBezTo>
                    <a:pt x="251" y="1091"/>
                    <a:pt x="1" y="1851"/>
                    <a:pt x="1" y="2660"/>
                  </a:cubicBezTo>
                  <a:lnTo>
                    <a:pt x="1" y="2660"/>
                  </a:lnTo>
                  <a:cubicBezTo>
                    <a:pt x="1" y="1851"/>
                    <a:pt x="251" y="1091"/>
                    <a:pt x="671" y="461"/>
                  </a:cubicBezTo>
                  <a:lnTo>
                    <a:pt x="671" y="461"/>
                  </a:lnTo>
                  <a:lnTo>
                    <a:pt x="671" y="461"/>
                  </a:lnTo>
                  <a:cubicBezTo>
                    <a:pt x="781" y="301"/>
                    <a:pt x="901" y="151"/>
                    <a:pt x="1031" y="11"/>
                  </a:cubicBezTo>
                  <a:lnTo>
                    <a:pt x="1031" y="11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0"/>
            <p:cNvSpPr/>
            <p:nvPr/>
          </p:nvSpPr>
          <p:spPr>
            <a:xfrm rot="-1532296">
              <a:off x="-204929" y="2493660"/>
              <a:ext cx="348281" cy="353410"/>
            </a:xfrm>
            <a:custGeom>
              <a:avLst/>
              <a:gdLst/>
              <a:ahLst/>
              <a:cxnLst/>
              <a:rect l="l" t="t" r="r" b="b"/>
              <a:pathLst>
                <a:path w="6791" h="6891" extrusionOk="0">
                  <a:moveTo>
                    <a:pt x="1300" y="1"/>
                  </a:moveTo>
                  <a:lnTo>
                    <a:pt x="1300" y="1"/>
                  </a:lnTo>
                  <a:cubicBezTo>
                    <a:pt x="1200" y="81"/>
                    <a:pt x="1111" y="171"/>
                    <a:pt x="1031" y="261"/>
                  </a:cubicBezTo>
                  <a:lnTo>
                    <a:pt x="1031" y="271"/>
                  </a:lnTo>
                  <a:lnTo>
                    <a:pt x="1271" y="271"/>
                  </a:lnTo>
                  <a:lnTo>
                    <a:pt x="1300" y="1"/>
                  </a:lnTo>
                  <a:close/>
                  <a:moveTo>
                    <a:pt x="781" y="711"/>
                  </a:moveTo>
                  <a:cubicBezTo>
                    <a:pt x="741" y="711"/>
                    <a:pt x="711" y="711"/>
                    <a:pt x="671" y="721"/>
                  </a:cubicBezTo>
                  <a:cubicBezTo>
                    <a:pt x="251" y="1351"/>
                    <a:pt x="1" y="2111"/>
                    <a:pt x="1" y="2920"/>
                  </a:cubicBezTo>
                  <a:cubicBezTo>
                    <a:pt x="1" y="3851"/>
                    <a:pt x="321" y="4691"/>
                    <a:pt x="841" y="5360"/>
                  </a:cubicBezTo>
                  <a:lnTo>
                    <a:pt x="1980" y="5360"/>
                  </a:lnTo>
                  <a:cubicBezTo>
                    <a:pt x="2560" y="5360"/>
                    <a:pt x="3100" y="5150"/>
                    <a:pt x="3511" y="4791"/>
                  </a:cubicBezTo>
                  <a:cubicBezTo>
                    <a:pt x="3291" y="4640"/>
                    <a:pt x="3091" y="4480"/>
                    <a:pt x="2900" y="4300"/>
                  </a:cubicBezTo>
                  <a:cubicBezTo>
                    <a:pt x="2711" y="4120"/>
                    <a:pt x="2531" y="3931"/>
                    <a:pt x="2371" y="3720"/>
                  </a:cubicBezTo>
                  <a:cubicBezTo>
                    <a:pt x="1711" y="2880"/>
                    <a:pt x="1311" y="1851"/>
                    <a:pt x="1271" y="711"/>
                  </a:cubicBezTo>
                  <a:close/>
                  <a:moveTo>
                    <a:pt x="3900" y="5040"/>
                  </a:moveTo>
                  <a:cubicBezTo>
                    <a:pt x="3400" y="5520"/>
                    <a:pt x="2720" y="5810"/>
                    <a:pt x="1980" y="5810"/>
                  </a:cubicBezTo>
                  <a:lnTo>
                    <a:pt x="1251" y="5810"/>
                  </a:lnTo>
                  <a:cubicBezTo>
                    <a:pt x="1960" y="6480"/>
                    <a:pt x="2911" y="6890"/>
                    <a:pt x="3960" y="6890"/>
                  </a:cubicBezTo>
                  <a:lnTo>
                    <a:pt x="4031" y="6890"/>
                  </a:lnTo>
                  <a:lnTo>
                    <a:pt x="4031" y="6880"/>
                  </a:lnTo>
                  <a:lnTo>
                    <a:pt x="4040" y="6880"/>
                  </a:lnTo>
                  <a:cubicBezTo>
                    <a:pt x="5120" y="6860"/>
                    <a:pt x="6090" y="6410"/>
                    <a:pt x="6790" y="5700"/>
                  </a:cubicBezTo>
                  <a:cubicBezTo>
                    <a:pt x="6680" y="5700"/>
                    <a:pt x="6560" y="5710"/>
                    <a:pt x="6450" y="5710"/>
                  </a:cubicBezTo>
                  <a:cubicBezTo>
                    <a:pt x="5520" y="5710"/>
                    <a:pt x="4651" y="5470"/>
                    <a:pt x="3900" y="504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0"/>
            <p:cNvSpPr/>
            <p:nvPr/>
          </p:nvSpPr>
          <p:spPr>
            <a:xfrm rot="-1532296">
              <a:off x="-173949" y="2534127"/>
              <a:ext cx="165704" cy="284123"/>
            </a:xfrm>
            <a:custGeom>
              <a:avLst/>
              <a:gdLst/>
              <a:ahLst/>
              <a:cxnLst/>
              <a:rect l="l" t="t" r="r" b="b"/>
              <a:pathLst>
                <a:path w="3231" h="5540" extrusionOk="0">
                  <a:moveTo>
                    <a:pt x="361" y="0"/>
                  </a:moveTo>
                  <a:cubicBezTo>
                    <a:pt x="231" y="140"/>
                    <a:pt x="111" y="290"/>
                    <a:pt x="1" y="450"/>
                  </a:cubicBezTo>
                  <a:cubicBezTo>
                    <a:pt x="41" y="440"/>
                    <a:pt x="71" y="440"/>
                    <a:pt x="111" y="440"/>
                  </a:cubicBezTo>
                  <a:lnTo>
                    <a:pt x="601" y="440"/>
                  </a:lnTo>
                  <a:lnTo>
                    <a:pt x="601" y="260"/>
                  </a:lnTo>
                  <a:lnTo>
                    <a:pt x="601" y="0"/>
                  </a:lnTo>
                  <a:close/>
                  <a:moveTo>
                    <a:pt x="2841" y="4520"/>
                  </a:moveTo>
                  <a:cubicBezTo>
                    <a:pt x="2430" y="4879"/>
                    <a:pt x="1890" y="5089"/>
                    <a:pt x="1310" y="5089"/>
                  </a:cubicBezTo>
                  <a:lnTo>
                    <a:pt x="171" y="5089"/>
                  </a:lnTo>
                  <a:cubicBezTo>
                    <a:pt x="301" y="5249"/>
                    <a:pt x="431" y="5399"/>
                    <a:pt x="581" y="5539"/>
                  </a:cubicBezTo>
                  <a:lnTo>
                    <a:pt x="1310" y="5539"/>
                  </a:lnTo>
                  <a:cubicBezTo>
                    <a:pt x="2050" y="5539"/>
                    <a:pt x="2730" y="5249"/>
                    <a:pt x="3230" y="4769"/>
                  </a:cubicBezTo>
                  <a:cubicBezTo>
                    <a:pt x="3090" y="4689"/>
                    <a:pt x="2961" y="4609"/>
                    <a:pt x="2841" y="45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6" name="Google Shape;336;p30"/>
          <p:cNvSpPr/>
          <p:nvPr/>
        </p:nvSpPr>
        <p:spPr>
          <a:xfrm rot="-1927091">
            <a:off x="580401" y="5132523"/>
            <a:ext cx="2564" cy="1077"/>
          </a:xfrm>
          <a:custGeom>
            <a:avLst/>
            <a:gdLst/>
            <a:ahLst/>
            <a:cxnLst/>
            <a:rect l="l" t="t" r="r" b="b"/>
            <a:pathLst>
              <a:path w="50" h="21" extrusionOk="0">
                <a:moveTo>
                  <a:pt x="0" y="20"/>
                </a:moveTo>
                <a:lnTo>
                  <a:pt x="0" y="20"/>
                </a:lnTo>
                <a:lnTo>
                  <a:pt x="0" y="20"/>
                </a:lnTo>
                <a:close/>
                <a:moveTo>
                  <a:pt x="10" y="10"/>
                </a:moveTo>
                <a:lnTo>
                  <a:pt x="10" y="20"/>
                </a:lnTo>
                <a:lnTo>
                  <a:pt x="10" y="10"/>
                </a:lnTo>
                <a:close/>
                <a:moveTo>
                  <a:pt x="50" y="0"/>
                </a:moveTo>
                <a:lnTo>
                  <a:pt x="50" y="0"/>
                </a:lnTo>
                <a:close/>
              </a:path>
            </a:pathLst>
          </a:custGeom>
          <a:solidFill>
            <a:srgbClr val="EAEB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/>
          <p:nvPr/>
        </p:nvSpPr>
        <p:spPr>
          <a:xfrm>
            <a:off x="6299925" y="-243331"/>
            <a:ext cx="2925575" cy="1671050"/>
          </a:xfrm>
          <a:custGeom>
            <a:avLst/>
            <a:gdLst/>
            <a:ahLst/>
            <a:cxnLst/>
            <a:rect l="l" t="t" r="r" b="b"/>
            <a:pathLst>
              <a:path w="117023" h="66842" extrusionOk="0">
                <a:moveTo>
                  <a:pt x="0" y="5936"/>
                </a:moveTo>
                <a:cubicBezTo>
                  <a:pt x="3164" y="5648"/>
                  <a:pt x="6904" y="-5916"/>
                  <a:pt x="18986" y="4210"/>
                </a:cubicBezTo>
                <a:cubicBezTo>
                  <a:pt x="31068" y="14336"/>
                  <a:pt x="56153" y="64275"/>
                  <a:pt x="72492" y="66691"/>
                </a:cubicBezTo>
                <a:cubicBezTo>
                  <a:pt x="88832" y="69107"/>
                  <a:pt x="109601" y="26705"/>
                  <a:pt x="117023" y="18708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Google Shape;224;p29"/>
          <p:cNvSpPr/>
          <p:nvPr/>
        </p:nvSpPr>
        <p:spPr>
          <a:xfrm>
            <a:off x="-138075" y="-195040"/>
            <a:ext cx="2951475" cy="1348375"/>
          </a:xfrm>
          <a:custGeom>
            <a:avLst/>
            <a:gdLst/>
            <a:ahLst/>
            <a:cxnLst/>
            <a:rect l="l" t="t" r="r" b="b"/>
            <a:pathLst>
              <a:path w="118059" h="53935" extrusionOk="0">
                <a:moveTo>
                  <a:pt x="0" y="20229"/>
                </a:moveTo>
                <a:cubicBezTo>
                  <a:pt x="4833" y="25810"/>
                  <a:pt x="19619" y="56533"/>
                  <a:pt x="28997" y="53714"/>
                </a:cubicBezTo>
                <a:cubicBezTo>
                  <a:pt x="38375" y="50895"/>
                  <a:pt x="41424" y="11426"/>
                  <a:pt x="56268" y="3314"/>
                </a:cubicBezTo>
                <a:cubicBezTo>
                  <a:pt x="71112" y="-4798"/>
                  <a:pt x="107761" y="4752"/>
                  <a:pt x="118059" y="5040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Google Shape;225;p2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226" name="Google Shape;226;p29"/>
          <p:cNvSpPr txBox="1">
            <a:spLocks noGrp="1"/>
          </p:cNvSpPr>
          <p:nvPr>
            <p:ph type="subTitle" idx="9"/>
          </p:nvPr>
        </p:nvSpPr>
        <p:spPr>
          <a:xfrm>
            <a:off x="753225" y="1807700"/>
            <a:ext cx="21792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Week 1</a:t>
            </a:r>
            <a:endParaRPr dirty="0"/>
          </a:p>
        </p:txBody>
      </p:sp>
      <p:sp>
        <p:nvSpPr>
          <p:cNvPr id="227" name="Google Shape;227;p29"/>
          <p:cNvSpPr txBox="1">
            <a:spLocks noGrp="1"/>
          </p:cNvSpPr>
          <p:nvPr>
            <p:ph type="title" idx="2"/>
          </p:nvPr>
        </p:nvSpPr>
        <p:spPr>
          <a:xfrm>
            <a:off x="4548675" y="1774641"/>
            <a:ext cx="1503900" cy="10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28" name="Google Shape;228;p29"/>
          <p:cNvSpPr txBox="1">
            <a:spLocks noGrp="1"/>
          </p:cNvSpPr>
          <p:nvPr>
            <p:ph type="subTitle" idx="1"/>
          </p:nvPr>
        </p:nvSpPr>
        <p:spPr>
          <a:xfrm>
            <a:off x="6052575" y="1823915"/>
            <a:ext cx="21792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Week 2</a:t>
            </a:r>
            <a:endParaRPr dirty="0"/>
          </a:p>
        </p:txBody>
      </p:sp>
      <p:sp>
        <p:nvSpPr>
          <p:cNvPr id="229" name="Google Shape;229;p29"/>
          <p:cNvSpPr txBox="1">
            <a:spLocks noGrp="1"/>
          </p:cNvSpPr>
          <p:nvPr>
            <p:ph type="subTitle" idx="3"/>
          </p:nvPr>
        </p:nvSpPr>
        <p:spPr>
          <a:xfrm>
            <a:off x="5773031" y="2399009"/>
            <a:ext cx="429682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400" b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Create the Main Menu and Login/Register</a:t>
            </a:r>
            <a:endParaRPr lang="bg-BG" sz="1400" b="1" dirty="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0"/>
            <a:r>
              <a:rPr lang="en-US" sz="1400" b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Make the User Interface of the app</a:t>
            </a:r>
            <a:endParaRPr lang="bg-BG" sz="1400" b="1" dirty="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0"/>
            <a:r>
              <a:rPr lang="en-US" sz="1400" b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Create the menus of the app</a:t>
            </a:r>
            <a:endParaRPr lang="bg-BG" sz="1400" b="1" dirty="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29"/>
          <p:cNvSpPr txBox="1">
            <a:spLocks noGrp="1"/>
          </p:cNvSpPr>
          <p:nvPr>
            <p:ph type="title" idx="7"/>
          </p:nvPr>
        </p:nvSpPr>
        <p:spPr>
          <a:xfrm>
            <a:off x="2988600" y="1774700"/>
            <a:ext cx="1503900" cy="10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34" name="Google Shape;234;p29"/>
          <p:cNvSpPr txBox="1">
            <a:spLocks noGrp="1"/>
          </p:cNvSpPr>
          <p:nvPr>
            <p:ph type="title" idx="8"/>
          </p:nvPr>
        </p:nvSpPr>
        <p:spPr>
          <a:xfrm>
            <a:off x="4572000" y="3281100"/>
            <a:ext cx="1503900" cy="10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35" name="Google Shape;235;p29"/>
          <p:cNvSpPr txBox="1">
            <a:spLocks noGrp="1"/>
          </p:cNvSpPr>
          <p:nvPr>
            <p:ph type="subTitle" idx="13"/>
          </p:nvPr>
        </p:nvSpPr>
        <p:spPr>
          <a:xfrm>
            <a:off x="852535" y="2449650"/>
            <a:ext cx="217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Creating the Working Environment. The main idea</a:t>
            </a:r>
            <a:endParaRPr lang="en-US" b="1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6" name="Google Shape;236;p29"/>
          <p:cNvSpPr txBox="1">
            <a:spLocks noGrp="1"/>
          </p:cNvSpPr>
          <p:nvPr>
            <p:ph type="subTitle" idx="14"/>
          </p:nvPr>
        </p:nvSpPr>
        <p:spPr>
          <a:xfrm>
            <a:off x="2336625" y="3337150"/>
            <a:ext cx="21792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Week 3</a:t>
            </a:r>
            <a:endParaRPr dirty="0"/>
          </a:p>
        </p:txBody>
      </p:sp>
      <p:sp>
        <p:nvSpPr>
          <p:cNvPr id="237" name="Google Shape;237;p29"/>
          <p:cNvSpPr txBox="1">
            <a:spLocks noGrp="1"/>
          </p:cNvSpPr>
          <p:nvPr>
            <p:ph type="subTitle" idx="15"/>
          </p:nvPr>
        </p:nvSpPr>
        <p:spPr>
          <a:xfrm>
            <a:off x="1515501" y="3984450"/>
            <a:ext cx="2946198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Make final changes to the app</a:t>
            </a:r>
            <a:endParaRPr lang="bg-BG" b="1" dirty="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0"/>
            <a:r>
              <a:rPr lang="en-US" b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Creating the presentation and the documentation </a:t>
            </a:r>
            <a:endParaRPr lang="bg-BG" b="1" dirty="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38" name="Google Shape;238;p29"/>
          <p:cNvGrpSpPr/>
          <p:nvPr/>
        </p:nvGrpSpPr>
        <p:grpSpPr>
          <a:xfrm>
            <a:off x="7634987" y="869395"/>
            <a:ext cx="905146" cy="905248"/>
            <a:chOff x="7635125" y="869425"/>
            <a:chExt cx="789211" cy="789300"/>
          </a:xfrm>
        </p:grpSpPr>
        <p:sp>
          <p:nvSpPr>
            <p:cNvPr id="239" name="Google Shape;239;p29"/>
            <p:cNvSpPr/>
            <p:nvPr/>
          </p:nvSpPr>
          <p:spPr>
            <a:xfrm>
              <a:off x="7635125" y="869425"/>
              <a:ext cx="789211" cy="789299"/>
            </a:xfrm>
            <a:custGeom>
              <a:avLst/>
              <a:gdLst/>
              <a:ahLst/>
              <a:cxnLst/>
              <a:rect l="l" t="t" r="r" b="b"/>
              <a:pathLst>
                <a:path w="9009" h="9010" extrusionOk="0">
                  <a:moveTo>
                    <a:pt x="4500" y="1"/>
                  </a:moveTo>
                  <a:cubicBezTo>
                    <a:pt x="4089" y="1"/>
                    <a:pt x="3689" y="61"/>
                    <a:pt x="3300" y="171"/>
                  </a:cubicBezTo>
                  <a:cubicBezTo>
                    <a:pt x="3189" y="201"/>
                    <a:pt x="3080" y="231"/>
                    <a:pt x="2969" y="271"/>
                  </a:cubicBezTo>
                  <a:cubicBezTo>
                    <a:pt x="2500" y="441"/>
                    <a:pt x="2070" y="681"/>
                    <a:pt x="1690" y="990"/>
                  </a:cubicBezTo>
                  <a:lnTo>
                    <a:pt x="1450" y="1201"/>
                  </a:lnTo>
                  <a:cubicBezTo>
                    <a:pt x="1340" y="1301"/>
                    <a:pt x="1240" y="1401"/>
                    <a:pt x="1150" y="1501"/>
                  </a:cubicBezTo>
                  <a:cubicBezTo>
                    <a:pt x="1030" y="1630"/>
                    <a:pt x="920" y="1770"/>
                    <a:pt x="820" y="1910"/>
                  </a:cubicBezTo>
                  <a:cubicBezTo>
                    <a:pt x="300" y="2641"/>
                    <a:pt x="0" y="3541"/>
                    <a:pt x="0" y="4510"/>
                  </a:cubicBezTo>
                  <a:cubicBezTo>
                    <a:pt x="0" y="5480"/>
                    <a:pt x="300" y="6370"/>
                    <a:pt x="820" y="7110"/>
                  </a:cubicBezTo>
                  <a:cubicBezTo>
                    <a:pt x="920" y="7250"/>
                    <a:pt x="1030" y="7390"/>
                    <a:pt x="1150" y="7520"/>
                  </a:cubicBezTo>
                  <a:cubicBezTo>
                    <a:pt x="1550" y="7960"/>
                    <a:pt x="2030" y="8330"/>
                    <a:pt x="2580" y="8580"/>
                  </a:cubicBezTo>
                  <a:cubicBezTo>
                    <a:pt x="2690" y="8640"/>
                    <a:pt x="2800" y="8680"/>
                    <a:pt x="2909" y="8720"/>
                  </a:cubicBezTo>
                  <a:cubicBezTo>
                    <a:pt x="3349" y="8890"/>
                    <a:pt x="3840" y="8990"/>
                    <a:pt x="4340" y="9010"/>
                  </a:cubicBezTo>
                  <a:lnTo>
                    <a:pt x="4669" y="9010"/>
                  </a:lnTo>
                  <a:cubicBezTo>
                    <a:pt x="6020" y="8960"/>
                    <a:pt x="7209" y="8320"/>
                    <a:pt x="8009" y="7340"/>
                  </a:cubicBezTo>
                  <a:cubicBezTo>
                    <a:pt x="8129" y="7190"/>
                    <a:pt x="8239" y="7040"/>
                    <a:pt x="8339" y="6880"/>
                  </a:cubicBezTo>
                  <a:cubicBezTo>
                    <a:pt x="8659" y="6360"/>
                    <a:pt x="8879" y="5770"/>
                    <a:pt x="8959" y="5140"/>
                  </a:cubicBezTo>
                  <a:cubicBezTo>
                    <a:pt x="8979" y="5020"/>
                    <a:pt x="8989" y="4900"/>
                    <a:pt x="8999" y="4780"/>
                  </a:cubicBezTo>
                  <a:cubicBezTo>
                    <a:pt x="8999" y="4690"/>
                    <a:pt x="9009" y="4600"/>
                    <a:pt x="9009" y="4510"/>
                  </a:cubicBezTo>
                  <a:cubicBezTo>
                    <a:pt x="9009" y="4101"/>
                    <a:pt x="8949" y="3701"/>
                    <a:pt x="8849" y="3321"/>
                  </a:cubicBezTo>
                  <a:cubicBezTo>
                    <a:pt x="8819" y="3210"/>
                    <a:pt x="8789" y="3110"/>
                    <a:pt x="8749" y="3001"/>
                  </a:cubicBezTo>
                  <a:cubicBezTo>
                    <a:pt x="8249" y="1590"/>
                    <a:pt x="7059" y="501"/>
                    <a:pt x="5589" y="141"/>
                  </a:cubicBezTo>
                  <a:cubicBezTo>
                    <a:pt x="5429" y="101"/>
                    <a:pt x="5249" y="61"/>
                    <a:pt x="5080" y="41"/>
                  </a:cubicBezTo>
                  <a:cubicBezTo>
                    <a:pt x="4889" y="21"/>
                    <a:pt x="4700" y="1"/>
                    <a:pt x="45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9"/>
            <p:cNvSpPr/>
            <p:nvPr/>
          </p:nvSpPr>
          <p:spPr>
            <a:xfrm>
              <a:off x="7706959" y="1491404"/>
              <a:ext cx="563284" cy="167321"/>
            </a:xfrm>
            <a:custGeom>
              <a:avLst/>
              <a:gdLst/>
              <a:ahLst/>
              <a:cxnLst/>
              <a:rect l="l" t="t" r="r" b="b"/>
              <a:pathLst>
                <a:path w="6430" h="1910" extrusionOk="0">
                  <a:moveTo>
                    <a:pt x="0" y="0"/>
                  </a:moveTo>
                  <a:lnTo>
                    <a:pt x="0" y="10"/>
                  </a:lnTo>
                  <a:cubicBezTo>
                    <a:pt x="27" y="45"/>
                    <a:pt x="54" y="81"/>
                    <a:pt x="82" y="118"/>
                  </a:cubicBezTo>
                  <a:lnTo>
                    <a:pt x="82" y="118"/>
                  </a:lnTo>
                  <a:cubicBezTo>
                    <a:pt x="53" y="78"/>
                    <a:pt x="27" y="37"/>
                    <a:pt x="0" y="0"/>
                  </a:cubicBezTo>
                  <a:close/>
                  <a:moveTo>
                    <a:pt x="82" y="118"/>
                  </a:moveTo>
                  <a:cubicBezTo>
                    <a:pt x="106" y="153"/>
                    <a:pt x="132" y="187"/>
                    <a:pt x="160" y="220"/>
                  </a:cubicBezTo>
                  <a:cubicBezTo>
                    <a:pt x="175" y="239"/>
                    <a:pt x="192" y="258"/>
                    <a:pt x="209" y="278"/>
                  </a:cubicBezTo>
                  <a:lnTo>
                    <a:pt x="209" y="278"/>
                  </a:lnTo>
                  <a:cubicBezTo>
                    <a:pt x="166" y="226"/>
                    <a:pt x="123" y="172"/>
                    <a:pt x="82" y="118"/>
                  </a:cubicBezTo>
                  <a:close/>
                  <a:moveTo>
                    <a:pt x="209" y="278"/>
                  </a:moveTo>
                  <a:lnTo>
                    <a:pt x="209" y="278"/>
                  </a:lnTo>
                  <a:cubicBezTo>
                    <a:pt x="236" y="309"/>
                    <a:pt x="263" y="340"/>
                    <a:pt x="290" y="370"/>
                  </a:cubicBezTo>
                  <a:cubicBezTo>
                    <a:pt x="265" y="339"/>
                    <a:pt x="237" y="308"/>
                    <a:pt x="209" y="278"/>
                  </a:cubicBezTo>
                  <a:close/>
                  <a:moveTo>
                    <a:pt x="6429" y="980"/>
                  </a:moveTo>
                  <a:cubicBezTo>
                    <a:pt x="6415" y="991"/>
                    <a:pt x="6400" y="1002"/>
                    <a:pt x="6385" y="1013"/>
                  </a:cubicBezTo>
                  <a:lnTo>
                    <a:pt x="6385" y="1013"/>
                  </a:lnTo>
                  <a:cubicBezTo>
                    <a:pt x="6400" y="1003"/>
                    <a:pt x="6415" y="992"/>
                    <a:pt x="6429" y="980"/>
                  </a:cubicBezTo>
                  <a:close/>
                  <a:moveTo>
                    <a:pt x="6385" y="1013"/>
                  </a:moveTo>
                  <a:cubicBezTo>
                    <a:pt x="6350" y="1038"/>
                    <a:pt x="6315" y="1061"/>
                    <a:pt x="6279" y="1090"/>
                  </a:cubicBezTo>
                  <a:lnTo>
                    <a:pt x="6279" y="1090"/>
                  </a:lnTo>
                  <a:cubicBezTo>
                    <a:pt x="6315" y="1065"/>
                    <a:pt x="6350" y="1039"/>
                    <a:pt x="6385" y="1013"/>
                  </a:cubicBezTo>
                  <a:close/>
                  <a:moveTo>
                    <a:pt x="730" y="810"/>
                  </a:moveTo>
                  <a:cubicBezTo>
                    <a:pt x="840" y="910"/>
                    <a:pt x="960" y="1000"/>
                    <a:pt x="1080" y="1090"/>
                  </a:cubicBezTo>
                  <a:cubicBezTo>
                    <a:pt x="1125" y="1121"/>
                    <a:pt x="1171" y="1151"/>
                    <a:pt x="1217" y="1181"/>
                  </a:cubicBezTo>
                  <a:lnTo>
                    <a:pt x="1217" y="1181"/>
                  </a:lnTo>
                  <a:cubicBezTo>
                    <a:pt x="1046" y="1069"/>
                    <a:pt x="884" y="944"/>
                    <a:pt x="730" y="810"/>
                  </a:cubicBezTo>
                  <a:close/>
                  <a:moveTo>
                    <a:pt x="6279" y="1090"/>
                  </a:moveTo>
                  <a:cubicBezTo>
                    <a:pt x="6154" y="1178"/>
                    <a:pt x="6023" y="1261"/>
                    <a:pt x="5888" y="1337"/>
                  </a:cubicBezTo>
                  <a:lnTo>
                    <a:pt x="5888" y="1337"/>
                  </a:lnTo>
                  <a:cubicBezTo>
                    <a:pt x="6023" y="1261"/>
                    <a:pt x="6154" y="1178"/>
                    <a:pt x="6279" y="1090"/>
                  </a:cubicBezTo>
                  <a:cubicBezTo>
                    <a:pt x="6279" y="1090"/>
                    <a:pt x="6279" y="1090"/>
                    <a:pt x="6279" y="1090"/>
                  </a:cubicBezTo>
                  <a:close/>
                  <a:moveTo>
                    <a:pt x="1217" y="1181"/>
                  </a:moveTo>
                  <a:lnTo>
                    <a:pt x="1217" y="1181"/>
                  </a:lnTo>
                  <a:cubicBezTo>
                    <a:pt x="1304" y="1238"/>
                    <a:pt x="1394" y="1293"/>
                    <a:pt x="1486" y="1343"/>
                  </a:cubicBezTo>
                  <a:lnTo>
                    <a:pt x="1486" y="1343"/>
                  </a:lnTo>
                  <a:cubicBezTo>
                    <a:pt x="1395" y="1292"/>
                    <a:pt x="1305" y="1238"/>
                    <a:pt x="1217" y="1181"/>
                  </a:cubicBezTo>
                  <a:close/>
                  <a:moveTo>
                    <a:pt x="1486" y="1343"/>
                  </a:moveTo>
                  <a:cubicBezTo>
                    <a:pt x="1618" y="1418"/>
                    <a:pt x="1752" y="1486"/>
                    <a:pt x="1890" y="1550"/>
                  </a:cubicBezTo>
                  <a:cubicBezTo>
                    <a:pt x="1850" y="1530"/>
                    <a:pt x="1800" y="1510"/>
                    <a:pt x="1760" y="1480"/>
                  </a:cubicBezTo>
                  <a:cubicBezTo>
                    <a:pt x="1666" y="1438"/>
                    <a:pt x="1575" y="1392"/>
                    <a:pt x="1486" y="1343"/>
                  </a:cubicBezTo>
                  <a:close/>
                  <a:moveTo>
                    <a:pt x="2060" y="1610"/>
                  </a:moveTo>
                  <a:cubicBezTo>
                    <a:pt x="2068" y="1619"/>
                    <a:pt x="2078" y="1620"/>
                    <a:pt x="2086" y="1620"/>
                  </a:cubicBezTo>
                  <a:lnTo>
                    <a:pt x="2086" y="1620"/>
                  </a:lnTo>
                  <a:cubicBezTo>
                    <a:pt x="2078" y="1617"/>
                    <a:pt x="2069" y="1613"/>
                    <a:pt x="2060" y="1610"/>
                  </a:cubicBezTo>
                  <a:close/>
                  <a:moveTo>
                    <a:pt x="2086" y="1620"/>
                  </a:moveTo>
                  <a:cubicBezTo>
                    <a:pt x="2452" y="1762"/>
                    <a:pt x="2840" y="1852"/>
                    <a:pt x="3238" y="1890"/>
                  </a:cubicBezTo>
                  <a:lnTo>
                    <a:pt x="3238" y="1890"/>
                  </a:lnTo>
                  <a:cubicBezTo>
                    <a:pt x="2837" y="1849"/>
                    <a:pt x="2447" y="1758"/>
                    <a:pt x="2089" y="1620"/>
                  </a:cubicBezTo>
                  <a:cubicBezTo>
                    <a:pt x="2088" y="1620"/>
                    <a:pt x="2087" y="1620"/>
                    <a:pt x="2086" y="1620"/>
                  </a:cubicBezTo>
                  <a:close/>
                  <a:moveTo>
                    <a:pt x="3238" y="1890"/>
                  </a:moveTo>
                  <a:cubicBezTo>
                    <a:pt x="3332" y="1899"/>
                    <a:pt x="3425" y="1906"/>
                    <a:pt x="3520" y="1910"/>
                  </a:cubicBezTo>
                  <a:lnTo>
                    <a:pt x="3589" y="1910"/>
                  </a:lnTo>
                  <a:cubicBezTo>
                    <a:pt x="3472" y="1907"/>
                    <a:pt x="3355" y="1901"/>
                    <a:pt x="3238" y="1890"/>
                  </a:cubicBezTo>
                  <a:close/>
                  <a:moveTo>
                    <a:pt x="5888" y="1337"/>
                  </a:moveTo>
                  <a:cubicBezTo>
                    <a:pt x="5259" y="1690"/>
                    <a:pt x="4535" y="1902"/>
                    <a:pt x="3769" y="1910"/>
                  </a:cubicBezTo>
                  <a:lnTo>
                    <a:pt x="3849" y="1910"/>
                  </a:lnTo>
                  <a:cubicBezTo>
                    <a:pt x="4589" y="1887"/>
                    <a:pt x="5282" y="1678"/>
                    <a:pt x="5888" y="1337"/>
                  </a:cubicBez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9"/>
            <p:cNvSpPr/>
            <p:nvPr/>
          </p:nvSpPr>
          <p:spPr>
            <a:xfrm>
              <a:off x="7635125" y="977176"/>
              <a:ext cx="664815" cy="681547"/>
            </a:xfrm>
            <a:custGeom>
              <a:avLst/>
              <a:gdLst/>
              <a:ahLst/>
              <a:cxnLst/>
              <a:rect l="l" t="t" r="r" b="b"/>
              <a:pathLst>
                <a:path w="7589" h="7780" extrusionOk="0">
                  <a:moveTo>
                    <a:pt x="1410" y="0"/>
                  </a:moveTo>
                  <a:cubicBezTo>
                    <a:pt x="800" y="580"/>
                    <a:pt x="340" y="1340"/>
                    <a:pt x="130" y="2191"/>
                  </a:cubicBezTo>
                  <a:cubicBezTo>
                    <a:pt x="100" y="2311"/>
                    <a:pt x="80" y="2431"/>
                    <a:pt x="60" y="2551"/>
                  </a:cubicBezTo>
                  <a:cubicBezTo>
                    <a:pt x="50" y="2580"/>
                    <a:pt x="50" y="2611"/>
                    <a:pt x="40" y="2651"/>
                  </a:cubicBezTo>
                  <a:cubicBezTo>
                    <a:pt x="40" y="2660"/>
                    <a:pt x="40" y="2680"/>
                    <a:pt x="30" y="2700"/>
                  </a:cubicBezTo>
                  <a:lnTo>
                    <a:pt x="30" y="2751"/>
                  </a:lnTo>
                  <a:cubicBezTo>
                    <a:pt x="10" y="2920"/>
                    <a:pt x="0" y="3080"/>
                    <a:pt x="0" y="3240"/>
                  </a:cubicBezTo>
                  <a:lnTo>
                    <a:pt x="0" y="3250"/>
                  </a:lnTo>
                  <a:lnTo>
                    <a:pt x="0" y="3260"/>
                  </a:lnTo>
                  <a:lnTo>
                    <a:pt x="0" y="3270"/>
                  </a:lnTo>
                  <a:lnTo>
                    <a:pt x="0" y="3280"/>
                  </a:lnTo>
                  <a:lnTo>
                    <a:pt x="0" y="3290"/>
                  </a:lnTo>
                  <a:lnTo>
                    <a:pt x="0" y="3300"/>
                  </a:lnTo>
                  <a:lnTo>
                    <a:pt x="0" y="3310"/>
                  </a:lnTo>
                  <a:lnTo>
                    <a:pt x="0" y="3320"/>
                  </a:lnTo>
                  <a:lnTo>
                    <a:pt x="0" y="3330"/>
                  </a:lnTo>
                  <a:cubicBezTo>
                    <a:pt x="0" y="3730"/>
                    <a:pt x="60" y="4110"/>
                    <a:pt x="160" y="4480"/>
                  </a:cubicBezTo>
                  <a:cubicBezTo>
                    <a:pt x="160" y="4490"/>
                    <a:pt x="160" y="4500"/>
                    <a:pt x="170" y="4510"/>
                  </a:cubicBezTo>
                  <a:cubicBezTo>
                    <a:pt x="190" y="4590"/>
                    <a:pt x="210" y="4660"/>
                    <a:pt x="240" y="4740"/>
                  </a:cubicBezTo>
                  <a:cubicBezTo>
                    <a:pt x="250" y="4770"/>
                    <a:pt x="260" y="4790"/>
                    <a:pt x="270" y="4820"/>
                  </a:cubicBezTo>
                  <a:cubicBezTo>
                    <a:pt x="400" y="5190"/>
                    <a:pt x="590" y="5550"/>
                    <a:pt x="820" y="5870"/>
                  </a:cubicBezTo>
                  <a:lnTo>
                    <a:pt x="820" y="5880"/>
                  </a:lnTo>
                  <a:cubicBezTo>
                    <a:pt x="910" y="6000"/>
                    <a:pt x="1010" y="6130"/>
                    <a:pt x="1110" y="6240"/>
                  </a:cubicBezTo>
                  <a:cubicBezTo>
                    <a:pt x="1140" y="6280"/>
                    <a:pt x="1170" y="6310"/>
                    <a:pt x="1190" y="6340"/>
                  </a:cubicBezTo>
                  <a:cubicBezTo>
                    <a:pt x="1290" y="6440"/>
                    <a:pt x="1390" y="6540"/>
                    <a:pt x="1490" y="6630"/>
                  </a:cubicBezTo>
                  <a:cubicBezTo>
                    <a:pt x="1510" y="6650"/>
                    <a:pt x="1530" y="6660"/>
                    <a:pt x="1550" y="6680"/>
                  </a:cubicBezTo>
                  <a:cubicBezTo>
                    <a:pt x="1860" y="6950"/>
                    <a:pt x="2200" y="7180"/>
                    <a:pt x="2580" y="7350"/>
                  </a:cubicBezTo>
                  <a:cubicBezTo>
                    <a:pt x="2620" y="7380"/>
                    <a:pt x="2670" y="7400"/>
                    <a:pt x="2710" y="7420"/>
                  </a:cubicBezTo>
                  <a:cubicBezTo>
                    <a:pt x="2770" y="7440"/>
                    <a:pt x="2830" y="7460"/>
                    <a:pt x="2880" y="7480"/>
                  </a:cubicBezTo>
                  <a:cubicBezTo>
                    <a:pt x="2889" y="7490"/>
                    <a:pt x="2900" y="7490"/>
                    <a:pt x="2909" y="7490"/>
                  </a:cubicBezTo>
                  <a:cubicBezTo>
                    <a:pt x="3349" y="7660"/>
                    <a:pt x="3840" y="7760"/>
                    <a:pt x="4340" y="7780"/>
                  </a:cubicBezTo>
                  <a:lnTo>
                    <a:pt x="4669" y="7780"/>
                  </a:lnTo>
                  <a:cubicBezTo>
                    <a:pt x="5640" y="7750"/>
                    <a:pt x="6529" y="7400"/>
                    <a:pt x="7249" y="6850"/>
                  </a:cubicBezTo>
                  <a:cubicBezTo>
                    <a:pt x="7339" y="6780"/>
                    <a:pt x="7429" y="6710"/>
                    <a:pt x="7509" y="6630"/>
                  </a:cubicBezTo>
                  <a:cubicBezTo>
                    <a:pt x="7539" y="6610"/>
                    <a:pt x="7559" y="6580"/>
                    <a:pt x="7589" y="6560"/>
                  </a:cubicBezTo>
                  <a:lnTo>
                    <a:pt x="7589" y="6560"/>
                  </a:lnTo>
                  <a:cubicBezTo>
                    <a:pt x="7299" y="6610"/>
                    <a:pt x="6999" y="6630"/>
                    <a:pt x="6689" y="6630"/>
                  </a:cubicBezTo>
                  <a:cubicBezTo>
                    <a:pt x="5529" y="6630"/>
                    <a:pt x="4449" y="6270"/>
                    <a:pt x="3569" y="5640"/>
                  </a:cubicBezTo>
                  <a:cubicBezTo>
                    <a:pt x="3389" y="5520"/>
                    <a:pt x="3229" y="5390"/>
                    <a:pt x="3069" y="5250"/>
                  </a:cubicBezTo>
                  <a:cubicBezTo>
                    <a:pt x="2949" y="5140"/>
                    <a:pt x="2830" y="5020"/>
                    <a:pt x="2710" y="4890"/>
                  </a:cubicBezTo>
                  <a:cubicBezTo>
                    <a:pt x="2620" y="4800"/>
                    <a:pt x="2540" y="4700"/>
                    <a:pt x="2460" y="4590"/>
                  </a:cubicBezTo>
                  <a:cubicBezTo>
                    <a:pt x="2090" y="4140"/>
                    <a:pt x="1800" y="3620"/>
                    <a:pt x="1600" y="3071"/>
                  </a:cubicBezTo>
                  <a:cubicBezTo>
                    <a:pt x="1550" y="2931"/>
                    <a:pt x="1510" y="2800"/>
                    <a:pt x="1470" y="2660"/>
                  </a:cubicBezTo>
                  <a:cubicBezTo>
                    <a:pt x="1340" y="2200"/>
                    <a:pt x="1280" y="1720"/>
                    <a:pt x="1280" y="1220"/>
                  </a:cubicBezTo>
                  <a:cubicBezTo>
                    <a:pt x="1280" y="980"/>
                    <a:pt x="1290" y="751"/>
                    <a:pt x="1320" y="520"/>
                  </a:cubicBezTo>
                  <a:cubicBezTo>
                    <a:pt x="1340" y="351"/>
                    <a:pt x="1370" y="171"/>
                    <a:pt x="1410" y="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9"/>
            <p:cNvSpPr/>
            <p:nvPr/>
          </p:nvSpPr>
          <p:spPr>
            <a:xfrm>
              <a:off x="7706959" y="1000829"/>
              <a:ext cx="28909" cy="527455"/>
            </a:xfrm>
            <a:custGeom>
              <a:avLst/>
              <a:gdLst/>
              <a:ahLst/>
              <a:cxnLst/>
              <a:rect l="l" t="t" r="r" b="b"/>
              <a:pathLst>
                <a:path w="330" h="6021" extrusionOk="0">
                  <a:moveTo>
                    <a:pt x="330" y="1"/>
                  </a:moveTo>
                  <a:cubicBezTo>
                    <a:pt x="210" y="130"/>
                    <a:pt x="100" y="270"/>
                    <a:pt x="0" y="410"/>
                  </a:cubicBezTo>
                  <a:lnTo>
                    <a:pt x="0" y="5610"/>
                  </a:lnTo>
                  <a:cubicBezTo>
                    <a:pt x="100" y="5750"/>
                    <a:pt x="210" y="5890"/>
                    <a:pt x="330" y="6020"/>
                  </a:cubicBezTo>
                  <a:lnTo>
                    <a:pt x="3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9"/>
            <p:cNvSpPr/>
            <p:nvPr/>
          </p:nvSpPr>
          <p:spPr>
            <a:xfrm>
              <a:off x="7762061" y="872929"/>
              <a:ext cx="661486" cy="785794"/>
            </a:xfrm>
            <a:custGeom>
              <a:avLst/>
              <a:gdLst/>
              <a:ahLst/>
              <a:cxnLst/>
              <a:rect l="l" t="t" r="r" b="b"/>
              <a:pathLst>
                <a:path w="7551" h="8970" extrusionOk="0">
                  <a:moveTo>
                    <a:pt x="3631" y="1"/>
                  </a:moveTo>
                  <a:lnTo>
                    <a:pt x="6430" y="3270"/>
                  </a:lnTo>
                  <a:lnTo>
                    <a:pt x="4980" y="3781"/>
                  </a:lnTo>
                  <a:lnTo>
                    <a:pt x="1851" y="131"/>
                  </a:lnTo>
                  <a:cubicBezTo>
                    <a:pt x="1740" y="161"/>
                    <a:pt x="1631" y="191"/>
                    <a:pt x="1520" y="231"/>
                  </a:cubicBezTo>
                  <a:lnTo>
                    <a:pt x="4651" y="3890"/>
                  </a:lnTo>
                  <a:lnTo>
                    <a:pt x="3200" y="4401"/>
                  </a:lnTo>
                  <a:lnTo>
                    <a:pt x="241" y="950"/>
                  </a:lnTo>
                  <a:lnTo>
                    <a:pt x="1" y="1161"/>
                  </a:lnTo>
                  <a:lnTo>
                    <a:pt x="1131" y="2490"/>
                  </a:lnTo>
                  <a:lnTo>
                    <a:pt x="1131" y="8540"/>
                  </a:lnTo>
                  <a:cubicBezTo>
                    <a:pt x="1241" y="8600"/>
                    <a:pt x="1351" y="8640"/>
                    <a:pt x="1460" y="8680"/>
                  </a:cubicBezTo>
                  <a:lnTo>
                    <a:pt x="1460" y="2870"/>
                  </a:lnTo>
                  <a:lnTo>
                    <a:pt x="2891" y="4550"/>
                  </a:lnTo>
                  <a:lnTo>
                    <a:pt x="2891" y="8350"/>
                  </a:lnTo>
                  <a:lnTo>
                    <a:pt x="2891" y="8970"/>
                  </a:lnTo>
                  <a:lnTo>
                    <a:pt x="3220" y="8970"/>
                  </a:lnTo>
                  <a:lnTo>
                    <a:pt x="3220" y="8470"/>
                  </a:lnTo>
                  <a:lnTo>
                    <a:pt x="6560" y="7300"/>
                  </a:lnTo>
                  <a:cubicBezTo>
                    <a:pt x="6680" y="7150"/>
                    <a:pt x="6790" y="7000"/>
                    <a:pt x="6890" y="6840"/>
                  </a:cubicBezTo>
                  <a:lnTo>
                    <a:pt x="6890" y="6840"/>
                  </a:lnTo>
                  <a:lnTo>
                    <a:pt x="3220" y="8120"/>
                  </a:lnTo>
                  <a:lnTo>
                    <a:pt x="3220" y="6610"/>
                  </a:lnTo>
                  <a:lnTo>
                    <a:pt x="7510" y="5100"/>
                  </a:lnTo>
                  <a:cubicBezTo>
                    <a:pt x="7530" y="4980"/>
                    <a:pt x="7540" y="4860"/>
                    <a:pt x="7550" y="4740"/>
                  </a:cubicBezTo>
                  <a:lnTo>
                    <a:pt x="7550" y="4740"/>
                  </a:lnTo>
                  <a:lnTo>
                    <a:pt x="3220" y="6260"/>
                  </a:lnTo>
                  <a:lnTo>
                    <a:pt x="3220" y="4740"/>
                  </a:lnTo>
                  <a:cubicBezTo>
                    <a:pt x="3220" y="4740"/>
                    <a:pt x="3231" y="4740"/>
                    <a:pt x="3240" y="4730"/>
                  </a:cubicBezTo>
                  <a:lnTo>
                    <a:pt x="7400" y="3281"/>
                  </a:lnTo>
                  <a:cubicBezTo>
                    <a:pt x="7370" y="3170"/>
                    <a:pt x="7340" y="3070"/>
                    <a:pt x="7300" y="2961"/>
                  </a:cubicBezTo>
                  <a:lnTo>
                    <a:pt x="6760" y="3150"/>
                  </a:lnTo>
                  <a:lnTo>
                    <a:pt x="4140" y="101"/>
                  </a:lnTo>
                  <a:cubicBezTo>
                    <a:pt x="3980" y="61"/>
                    <a:pt x="3800" y="21"/>
                    <a:pt x="36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" name="Google Shape;244;p29"/>
          <p:cNvGrpSpPr/>
          <p:nvPr/>
        </p:nvGrpSpPr>
        <p:grpSpPr>
          <a:xfrm rot="-1934936">
            <a:off x="644240" y="192779"/>
            <a:ext cx="572682" cy="572722"/>
            <a:chOff x="7635125" y="869425"/>
            <a:chExt cx="789211" cy="789300"/>
          </a:xfrm>
        </p:grpSpPr>
        <p:sp>
          <p:nvSpPr>
            <p:cNvPr id="245" name="Google Shape;245;p29"/>
            <p:cNvSpPr/>
            <p:nvPr/>
          </p:nvSpPr>
          <p:spPr>
            <a:xfrm>
              <a:off x="7635125" y="869425"/>
              <a:ext cx="789211" cy="789299"/>
            </a:xfrm>
            <a:custGeom>
              <a:avLst/>
              <a:gdLst/>
              <a:ahLst/>
              <a:cxnLst/>
              <a:rect l="l" t="t" r="r" b="b"/>
              <a:pathLst>
                <a:path w="9009" h="9010" extrusionOk="0">
                  <a:moveTo>
                    <a:pt x="4500" y="1"/>
                  </a:moveTo>
                  <a:cubicBezTo>
                    <a:pt x="4089" y="1"/>
                    <a:pt x="3689" y="61"/>
                    <a:pt x="3300" y="171"/>
                  </a:cubicBezTo>
                  <a:cubicBezTo>
                    <a:pt x="3189" y="201"/>
                    <a:pt x="3080" y="231"/>
                    <a:pt x="2969" y="271"/>
                  </a:cubicBezTo>
                  <a:cubicBezTo>
                    <a:pt x="2500" y="441"/>
                    <a:pt x="2070" y="681"/>
                    <a:pt x="1690" y="990"/>
                  </a:cubicBezTo>
                  <a:lnTo>
                    <a:pt x="1450" y="1201"/>
                  </a:lnTo>
                  <a:cubicBezTo>
                    <a:pt x="1340" y="1301"/>
                    <a:pt x="1240" y="1401"/>
                    <a:pt x="1150" y="1501"/>
                  </a:cubicBezTo>
                  <a:cubicBezTo>
                    <a:pt x="1030" y="1630"/>
                    <a:pt x="920" y="1770"/>
                    <a:pt x="820" y="1910"/>
                  </a:cubicBezTo>
                  <a:cubicBezTo>
                    <a:pt x="300" y="2641"/>
                    <a:pt x="0" y="3541"/>
                    <a:pt x="0" y="4510"/>
                  </a:cubicBezTo>
                  <a:cubicBezTo>
                    <a:pt x="0" y="5480"/>
                    <a:pt x="300" y="6370"/>
                    <a:pt x="820" y="7110"/>
                  </a:cubicBezTo>
                  <a:cubicBezTo>
                    <a:pt x="920" y="7250"/>
                    <a:pt x="1030" y="7390"/>
                    <a:pt x="1150" y="7520"/>
                  </a:cubicBezTo>
                  <a:cubicBezTo>
                    <a:pt x="1550" y="7960"/>
                    <a:pt x="2030" y="8330"/>
                    <a:pt x="2580" y="8580"/>
                  </a:cubicBezTo>
                  <a:cubicBezTo>
                    <a:pt x="2690" y="8640"/>
                    <a:pt x="2800" y="8680"/>
                    <a:pt x="2909" y="8720"/>
                  </a:cubicBezTo>
                  <a:cubicBezTo>
                    <a:pt x="3349" y="8890"/>
                    <a:pt x="3840" y="8990"/>
                    <a:pt x="4340" y="9010"/>
                  </a:cubicBezTo>
                  <a:lnTo>
                    <a:pt x="4669" y="9010"/>
                  </a:lnTo>
                  <a:cubicBezTo>
                    <a:pt x="6020" y="8960"/>
                    <a:pt x="7209" y="8320"/>
                    <a:pt x="8009" y="7340"/>
                  </a:cubicBezTo>
                  <a:cubicBezTo>
                    <a:pt x="8129" y="7190"/>
                    <a:pt x="8239" y="7040"/>
                    <a:pt x="8339" y="6880"/>
                  </a:cubicBezTo>
                  <a:cubicBezTo>
                    <a:pt x="8659" y="6360"/>
                    <a:pt x="8879" y="5770"/>
                    <a:pt x="8959" y="5140"/>
                  </a:cubicBezTo>
                  <a:cubicBezTo>
                    <a:pt x="8979" y="5020"/>
                    <a:pt x="8989" y="4900"/>
                    <a:pt x="8999" y="4780"/>
                  </a:cubicBezTo>
                  <a:cubicBezTo>
                    <a:pt x="8999" y="4690"/>
                    <a:pt x="9009" y="4600"/>
                    <a:pt x="9009" y="4510"/>
                  </a:cubicBezTo>
                  <a:cubicBezTo>
                    <a:pt x="9009" y="4101"/>
                    <a:pt x="8949" y="3701"/>
                    <a:pt x="8849" y="3321"/>
                  </a:cubicBezTo>
                  <a:cubicBezTo>
                    <a:pt x="8819" y="3210"/>
                    <a:pt x="8789" y="3110"/>
                    <a:pt x="8749" y="3001"/>
                  </a:cubicBezTo>
                  <a:cubicBezTo>
                    <a:pt x="8249" y="1590"/>
                    <a:pt x="7059" y="501"/>
                    <a:pt x="5589" y="141"/>
                  </a:cubicBezTo>
                  <a:cubicBezTo>
                    <a:pt x="5429" y="101"/>
                    <a:pt x="5249" y="61"/>
                    <a:pt x="5080" y="41"/>
                  </a:cubicBezTo>
                  <a:cubicBezTo>
                    <a:pt x="4889" y="21"/>
                    <a:pt x="4700" y="1"/>
                    <a:pt x="45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7706959" y="1491404"/>
              <a:ext cx="563284" cy="167321"/>
            </a:xfrm>
            <a:custGeom>
              <a:avLst/>
              <a:gdLst/>
              <a:ahLst/>
              <a:cxnLst/>
              <a:rect l="l" t="t" r="r" b="b"/>
              <a:pathLst>
                <a:path w="6430" h="1910" extrusionOk="0">
                  <a:moveTo>
                    <a:pt x="0" y="0"/>
                  </a:moveTo>
                  <a:lnTo>
                    <a:pt x="0" y="10"/>
                  </a:lnTo>
                  <a:cubicBezTo>
                    <a:pt x="27" y="45"/>
                    <a:pt x="54" y="81"/>
                    <a:pt x="82" y="118"/>
                  </a:cubicBezTo>
                  <a:lnTo>
                    <a:pt x="82" y="118"/>
                  </a:lnTo>
                  <a:cubicBezTo>
                    <a:pt x="53" y="78"/>
                    <a:pt x="27" y="37"/>
                    <a:pt x="0" y="0"/>
                  </a:cubicBezTo>
                  <a:close/>
                  <a:moveTo>
                    <a:pt x="82" y="118"/>
                  </a:moveTo>
                  <a:cubicBezTo>
                    <a:pt x="106" y="153"/>
                    <a:pt x="132" y="187"/>
                    <a:pt x="160" y="220"/>
                  </a:cubicBezTo>
                  <a:cubicBezTo>
                    <a:pt x="175" y="239"/>
                    <a:pt x="192" y="258"/>
                    <a:pt x="209" y="278"/>
                  </a:cubicBezTo>
                  <a:lnTo>
                    <a:pt x="209" y="278"/>
                  </a:lnTo>
                  <a:cubicBezTo>
                    <a:pt x="166" y="226"/>
                    <a:pt x="123" y="172"/>
                    <a:pt x="82" y="118"/>
                  </a:cubicBezTo>
                  <a:close/>
                  <a:moveTo>
                    <a:pt x="209" y="278"/>
                  </a:moveTo>
                  <a:lnTo>
                    <a:pt x="209" y="278"/>
                  </a:lnTo>
                  <a:cubicBezTo>
                    <a:pt x="236" y="309"/>
                    <a:pt x="263" y="340"/>
                    <a:pt x="290" y="370"/>
                  </a:cubicBezTo>
                  <a:cubicBezTo>
                    <a:pt x="265" y="339"/>
                    <a:pt x="237" y="308"/>
                    <a:pt x="209" y="278"/>
                  </a:cubicBezTo>
                  <a:close/>
                  <a:moveTo>
                    <a:pt x="6429" y="980"/>
                  </a:moveTo>
                  <a:cubicBezTo>
                    <a:pt x="6415" y="991"/>
                    <a:pt x="6400" y="1002"/>
                    <a:pt x="6385" y="1013"/>
                  </a:cubicBezTo>
                  <a:lnTo>
                    <a:pt x="6385" y="1013"/>
                  </a:lnTo>
                  <a:cubicBezTo>
                    <a:pt x="6400" y="1003"/>
                    <a:pt x="6415" y="992"/>
                    <a:pt x="6429" y="980"/>
                  </a:cubicBezTo>
                  <a:close/>
                  <a:moveTo>
                    <a:pt x="6385" y="1013"/>
                  </a:moveTo>
                  <a:cubicBezTo>
                    <a:pt x="6350" y="1038"/>
                    <a:pt x="6315" y="1061"/>
                    <a:pt x="6279" y="1090"/>
                  </a:cubicBezTo>
                  <a:lnTo>
                    <a:pt x="6279" y="1090"/>
                  </a:lnTo>
                  <a:cubicBezTo>
                    <a:pt x="6315" y="1065"/>
                    <a:pt x="6350" y="1039"/>
                    <a:pt x="6385" y="1013"/>
                  </a:cubicBezTo>
                  <a:close/>
                  <a:moveTo>
                    <a:pt x="730" y="810"/>
                  </a:moveTo>
                  <a:cubicBezTo>
                    <a:pt x="840" y="910"/>
                    <a:pt x="960" y="1000"/>
                    <a:pt x="1080" y="1090"/>
                  </a:cubicBezTo>
                  <a:cubicBezTo>
                    <a:pt x="1125" y="1121"/>
                    <a:pt x="1171" y="1151"/>
                    <a:pt x="1217" y="1181"/>
                  </a:cubicBezTo>
                  <a:lnTo>
                    <a:pt x="1217" y="1181"/>
                  </a:lnTo>
                  <a:cubicBezTo>
                    <a:pt x="1046" y="1069"/>
                    <a:pt x="884" y="944"/>
                    <a:pt x="730" y="810"/>
                  </a:cubicBezTo>
                  <a:close/>
                  <a:moveTo>
                    <a:pt x="6279" y="1090"/>
                  </a:moveTo>
                  <a:cubicBezTo>
                    <a:pt x="6154" y="1178"/>
                    <a:pt x="6023" y="1261"/>
                    <a:pt x="5888" y="1337"/>
                  </a:cubicBezTo>
                  <a:lnTo>
                    <a:pt x="5888" y="1337"/>
                  </a:lnTo>
                  <a:cubicBezTo>
                    <a:pt x="6023" y="1261"/>
                    <a:pt x="6154" y="1178"/>
                    <a:pt x="6279" y="1090"/>
                  </a:cubicBezTo>
                  <a:cubicBezTo>
                    <a:pt x="6279" y="1090"/>
                    <a:pt x="6279" y="1090"/>
                    <a:pt x="6279" y="1090"/>
                  </a:cubicBezTo>
                  <a:close/>
                  <a:moveTo>
                    <a:pt x="1217" y="1181"/>
                  </a:moveTo>
                  <a:lnTo>
                    <a:pt x="1217" y="1181"/>
                  </a:lnTo>
                  <a:cubicBezTo>
                    <a:pt x="1304" y="1238"/>
                    <a:pt x="1394" y="1293"/>
                    <a:pt x="1486" y="1343"/>
                  </a:cubicBezTo>
                  <a:lnTo>
                    <a:pt x="1486" y="1343"/>
                  </a:lnTo>
                  <a:cubicBezTo>
                    <a:pt x="1395" y="1292"/>
                    <a:pt x="1305" y="1238"/>
                    <a:pt x="1217" y="1181"/>
                  </a:cubicBezTo>
                  <a:close/>
                  <a:moveTo>
                    <a:pt x="1486" y="1343"/>
                  </a:moveTo>
                  <a:cubicBezTo>
                    <a:pt x="1618" y="1418"/>
                    <a:pt x="1752" y="1486"/>
                    <a:pt x="1890" y="1550"/>
                  </a:cubicBezTo>
                  <a:cubicBezTo>
                    <a:pt x="1850" y="1530"/>
                    <a:pt x="1800" y="1510"/>
                    <a:pt x="1760" y="1480"/>
                  </a:cubicBezTo>
                  <a:cubicBezTo>
                    <a:pt x="1666" y="1438"/>
                    <a:pt x="1575" y="1392"/>
                    <a:pt x="1486" y="1343"/>
                  </a:cubicBezTo>
                  <a:close/>
                  <a:moveTo>
                    <a:pt x="2060" y="1610"/>
                  </a:moveTo>
                  <a:cubicBezTo>
                    <a:pt x="2068" y="1619"/>
                    <a:pt x="2078" y="1620"/>
                    <a:pt x="2086" y="1620"/>
                  </a:cubicBezTo>
                  <a:lnTo>
                    <a:pt x="2086" y="1620"/>
                  </a:lnTo>
                  <a:cubicBezTo>
                    <a:pt x="2078" y="1617"/>
                    <a:pt x="2069" y="1613"/>
                    <a:pt x="2060" y="1610"/>
                  </a:cubicBezTo>
                  <a:close/>
                  <a:moveTo>
                    <a:pt x="2086" y="1620"/>
                  </a:moveTo>
                  <a:cubicBezTo>
                    <a:pt x="2452" y="1762"/>
                    <a:pt x="2840" y="1852"/>
                    <a:pt x="3238" y="1890"/>
                  </a:cubicBezTo>
                  <a:lnTo>
                    <a:pt x="3238" y="1890"/>
                  </a:lnTo>
                  <a:cubicBezTo>
                    <a:pt x="2837" y="1849"/>
                    <a:pt x="2447" y="1758"/>
                    <a:pt x="2089" y="1620"/>
                  </a:cubicBezTo>
                  <a:cubicBezTo>
                    <a:pt x="2088" y="1620"/>
                    <a:pt x="2087" y="1620"/>
                    <a:pt x="2086" y="1620"/>
                  </a:cubicBezTo>
                  <a:close/>
                  <a:moveTo>
                    <a:pt x="3238" y="1890"/>
                  </a:moveTo>
                  <a:cubicBezTo>
                    <a:pt x="3332" y="1899"/>
                    <a:pt x="3425" y="1906"/>
                    <a:pt x="3520" y="1910"/>
                  </a:cubicBezTo>
                  <a:lnTo>
                    <a:pt x="3589" y="1910"/>
                  </a:lnTo>
                  <a:cubicBezTo>
                    <a:pt x="3472" y="1907"/>
                    <a:pt x="3355" y="1901"/>
                    <a:pt x="3238" y="1890"/>
                  </a:cubicBezTo>
                  <a:close/>
                  <a:moveTo>
                    <a:pt x="5888" y="1337"/>
                  </a:moveTo>
                  <a:cubicBezTo>
                    <a:pt x="5259" y="1690"/>
                    <a:pt x="4535" y="1902"/>
                    <a:pt x="3769" y="1910"/>
                  </a:cubicBezTo>
                  <a:lnTo>
                    <a:pt x="3849" y="1910"/>
                  </a:lnTo>
                  <a:cubicBezTo>
                    <a:pt x="4589" y="1887"/>
                    <a:pt x="5282" y="1678"/>
                    <a:pt x="5888" y="1337"/>
                  </a:cubicBez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7635125" y="977176"/>
              <a:ext cx="664815" cy="681547"/>
            </a:xfrm>
            <a:custGeom>
              <a:avLst/>
              <a:gdLst/>
              <a:ahLst/>
              <a:cxnLst/>
              <a:rect l="l" t="t" r="r" b="b"/>
              <a:pathLst>
                <a:path w="7589" h="7780" extrusionOk="0">
                  <a:moveTo>
                    <a:pt x="1410" y="0"/>
                  </a:moveTo>
                  <a:cubicBezTo>
                    <a:pt x="800" y="580"/>
                    <a:pt x="340" y="1340"/>
                    <a:pt x="130" y="2191"/>
                  </a:cubicBezTo>
                  <a:cubicBezTo>
                    <a:pt x="100" y="2311"/>
                    <a:pt x="80" y="2431"/>
                    <a:pt x="60" y="2551"/>
                  </a:cubicBezTo>
                  <a:cubicBezTo>
                    <a:pt x="50" y="2580"/>
                    <a:pt x="50" y="2611"/>
                    <a:pt x="40" y="2651"/>
                  </a:cubicBezTo>
                  <a:cubicBezTo>
                    <a:pt x="40" y="2660"/>
                    <a:pt x="40" y="2680"/>
                    <a:pt x="30" y="2700"/>
                  </a:cubicBezTo>
                  <a:lnTo>
                    <a:pt x="30" y="2751"/>
                  </a:lnTo>
                  <a:cubicBezTo>
                    <a:pt x="10" y="2920"/>
                    <a:pt x="0" y="3080"/>
                    <a:pt x="0" y="3240"/>
                  </a:cubicBezTo>
                  <a:lnTo>
                    <a:pt x="0" y="3250"/>
                  </a:lnTo>
                  <a:lnTo>
                    <a:pt x="0" y="3260"/>
                  </a:lnTo>
                  <a:lnTo>
                    <a:pt x="0" y="3270"/>
                  </a:lnTo>
                  <a:lnTo>
                    <a:pt x="0" y="3280"/>
                  </a:lnTo>
                  <a:lnTo>
                    <a:pt x="0" y="3290"/>
                  </a:lnTo>
                  <a:lnTo>
                    <a:pt x="0" y="3300"/>
                  </a:lnTo>
                  <a:lnTo>
                    <a:pt x="0" y="3310"/>
                  </a:lnTo>
                  <a:lnTo>
                    <a:pt x="0" y="3320"/>
                  </a:lnTo>
                  <a:lnTo>
                    <a:pt x="0" y="3330"/>
                  </a:lnTo>
                  <a:cubicBezTo>
                    <a:pt x="0" y="3730"/>
                    <a:pt x="60" y="4110"/>
                    <a:pt x="160" y="4480"/>
                  </a:cubicBezTo>
                  <a:cubicBezTo>
                    <a:pt x="160" y="4490"/>
                    <a:pt x="160" y="4500"/>
                    <a:pt x="170" y="4510"/>
                  </a:cubicBezTo>
                  <a:cubicBezTo>
                    <a:pt x="190" y="4590"/>
                    <a:pt x="210" y="4660"/>
                    <a:pt x="240" y="4740"/>
                  </a:cubicBezTo>
                  <a:cubicBezTo>
                    <a:pt x="250" y="4770"/>
                    <a:pt x="260" y="4790"/>
                    <a:pt x="270" y="4820"/>
                  </a:cubicBezTo>
                  <a:cubicBezTo>
                    <a:pt x="400" y="5190"/>
                    <a:pt x="590" y="5550"/>
                    <a:pt x="820" y="5870"/>
                  </a:cubicBezTo>
                  <a:lnTo>
                    <a:pt x="820" y="5880"/>
                  </a:lnTo>
                  <a:cubicBezTo>
                    <a:pt x="910" y="6000"/>
                    <a:pt x="1010" y="6130"/>
                    <a:pt x="1110" y="6240"/>
                  </a:cubicBezTo>
                  <a:cubicBezTo>
                    <a:pt x="1140" y="6280"/>
                    <a:pt x="1170" y="6310"/>
                    <a:pt x="1190" y="6340"/>
                  </a:cubicBezTo>
                  <a:cubicBezTo>
                    <a:pt x="1290" y="6440"/>
                    <a:pt x="1390" y="6540"/>
                    <a:pt x="1490" y="6630"/>
                  </a:cubicBezTo>
                  <a:cubicBezTo>
                    <a:pt x="1510" y="6650"/>
                    <a:pt x="1530" y="6660"/>
                    <a:pt x="1550" y="6680"/>
                  </a:cubicBezTo>
                  <a:cubicBezTo>
                    <a:pt x="1860" y="6950"/>
                    <a:pt x="2200" y="7180"/>
                    <a:pt x="2580" y="7350"/>
                  </a:cubicBezTo>
                  <a:cubicBezTo>
                    <a:pt x="2620" y="7380"/>
                    <a:pt x="2670" y="7400"/>
                    <a:pt x="2710" y="7420"/>
                  </a:cubicBezTo>
                  <a:cubicBezTo>
                    <a:pt x="2770" y="7440"/>
                    <a:pt x="2830" y="7460"/>
                    <a:pt x="2880" y="7480"/>
                  </a:cubicBezTo>
                  <a:cubicBezTo>
                    <a:pt x="2889" y="7490"/>
                    <a:pt x="2900" y="7490"/>
                    <a:pt x="2909" y="7490"/>
                  </a:cubicBezTo>
                  <a:cubicBezTo>
                    <a:pt x="3349" y="7660"/>
                    <a:pt x="3840" y="7760"/>
                    <a:pt x="4340" y="7780"/>
                  </a:cubicBezTo>
                  <a:lnTo>
                    <a:pt x="4669" y="7780"/>
                  </a:lnTo>
                  <a:cubicBezTo>
                    <a:pt x="5640" y="7750"/>
                    <a:pt x="6529" y="7400"/>
                    <a:pt x="7249" y="6850"/>
                  </a:cubicBezTo>
                  <a:cubicBezTo>
                    <a:pt x="7339" y="6780"/>
                    <a:pt x="7429" y="6710"/>
                    <a:pt x="7509" y="6630"/>
                  </a:cubicBezTo>
                  <a:cubicBezTo>
                    <a:pt x="7539" y="6610"/>
                    <a:pt x="7559" y="6580"/>
                    <a:pt x="7589" y="6560"/>
                  </a:cubicBezTo>
                  <a:lnTo>
                    <a:pt x="7589" y="6560"/>
                  </a:lnTo>
                  <a:cubicBezTo>
                    <a:pt x="7299" y="6610"/>
                    <a:pt x="6999" y="6630"/>
                    <a:pt x="6689" y="6630"/>
                  </a:cubicBezTo>
                  <a:cubicBezTo>
                    <a:pt x="5529" y="6630"/>
                    <a:pt x="4449" y="6270"/>
                    <a:pt x="3569" y="5640"/>
                  </a:cubicBezTo>
                  <a:cubicBezTo>
                    <a:pt x="3389" y="5520"/>
                    <a:pt x="3229" y="5390"/>
                    <a:pt x="3069" y="5250"/>
                  </a:cubicBezTo>
                  <a:cubicBezTo>
                    <a:pt x="2949" y="5140"/>
                    <a:pt x="2830" y="5020"/>
                    <a:pt x="2710" y="4890"/>
                  </a:cubicBezTo>
                  <a:cubicBezTo>
                    <a:pt x="2620" y="4800"/>
                    <a:pt x="2540" y="4700"/>
                    <a:pt x="2460" y="4590"/>
                  </a:cubicBezTo>
                  <a:cubicBezTo>
                    <a:pt x="2090" y="4140"/>
                    <a:pt x="1800" y="3620"/>
                    <a:pt x="1600" y="3071"/>
                  </a:cubicBezTo>
                  <a:cubicBezTo>
                    <a:pt x="1550" y="2931"/>
                    <a:pt x="1510" y="2800"/>
                    <a:pt x="1470" y="2660"/>
                  </a:cubicBezTo>
                  <a:cubicBezTo>
                    <a:pt x="1340" y="2200"/>
                    <a:pt x="1280" y="1720"/>
                    <a:pt x="1280" y="1220"/>
                  </a:cubicBezTo>
                  <a:cubicBezTo>
                    <a:pt x="1280" y="980"/>
                    <a:pt x="1290" y="751"/>
                    <a:pt x="1320" y="520"/>
                  </a:cubicBezTo>
                  <a:cubicBezTo>
                    <a:pt x="1340" y="351"/>
                    <a:pt x="1370" y="171"/>
                    <a:pt x="1410" y="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9"/>
            <p:cNvSpPr/>
            <p:nvPr/>
          </p:nvSpPr>
          <p:spPr>
            <a:xfrm>
              <a:off x="7706959" y="1000829"/>
              <a:ext cx="28909" cy="527455"/>
            </a:xfrm>
            <a:custGeom>
              <a:avLst/>
              <a:gdLst/>
              <a:ahLst/>
              <a:cxnLst/>
              <a:rect l="l" t="t" r="r" b="b"/>
              <a:pathLst>
                <a:path w="330" h="6021" extrusionOk="0">
                  <a:moveTo>
                    <a:pt x="330" y="1"/>
                  </a:moveTo>
                  <a:cubicBezTo>
                    <a:pt x="210" y="130"/>
                    <a:pt x="100" y="270"/>
                    <a:pt x="0" y="410"/>
                  </a:cubicBezTo>
                  <a:lnTo>
                    <a:pt x="0" y="5610"/>
                  </a:lnTo>
                  <a:cubicBezTo>
                    <a:pt x="100" y="5750"/>
                    <a:pt x="210" y="5890"/>
                    <a:pt x="330" y="6020"/>
                  </a:cubicBezTo>
                  <a:lnTo>
                    <a:pt x="3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762061" y="872929"/>
              <a:ext cx="661486" cy="785794"/>
            </a:xfrm>
            <a:custGeom>
              <a:avLst/>
              <a:gdLst/>
              <a:ahLst/>
              <a:cxnLst/>
              <a:rect l="l" t="t" r="r" b="b"/>
              <a:pathLst>
                <a:path w="7551" h="8970" extrusionOk="0">
                  <a:moveTo>
                    <a:pt x="3631" y="1"/>
                  </a:moveTo>
                  <a:lnTo>
                    <a:pt x="6430" y="3270"/>
                  </a:lnTo>
                  <a:lnTo>
                    <a:pt x="4980" y="3781"/>
                  </a:lnTo>
                  <a:lnTo>
                    <a:pt x="1851" y="131"/>
                  </a:lnTo>
                  <a:cubicBezTo>
                    <a:pt x="1740" y="161"/>
                    <a:pt x="1631" y="191"/>
                    <a:pt x="1520" y="231"/>
                  </a:cubicBezTo>
                  <a:lnTo>
                    <a:pt x="4651" y="3890"/>
                  </a:lnTo>
                  <a:lnTo>
                    <a:pt x="3200" y="4401"/>
                  </a:lnTo>
                  <a:lnTo>
                    <a:pt x="241" y="950"/>
                  </a:lnTo>
                  <a:lnTo>
                    <a:pt x="1" y="1161"/>
                  </a:lnTo>
                  <a:lnTo>
                    <a:pt x="1131" y="2490"/>
                  </a:lnTo>
                  <a:lnTo>
                    <a:pt x="1131" y="8540"/>
                  </a:lnTo>
                  <a:cubicBezTo>
                    <a:pt x="1241" y="8600"/>
                    <a:pt x="1351" y="8640"/>
                    <a:pt x="1460" y="8680"/>
                  </a:cubicBezTo>
                  <a:lnTo>
                    <a:pt x="1460" y="2870"/>
                  </a:lnTo>
                  <a:lnTo>
                    <a:pt x="2891" y="4550"/>
                  </a:lnTo>
                  <a:lnTo>
                    <a:pt x="2891" y="8350"/>
                  </a:lnTo>
                  <a:lnTo>
                    <a:pt x="2891" y="8970"/>
                  </a:lnTo>
                  <a:lnTo>
                    <a:pt x="3220" y="8970"/>
                  </a:lnTo>
                  <a:lnTo>
                    <a:pt x="3220" y="8470"/>
                  </a:lnTo>
                  <a:lnTo>
                    <a:pt x="6560" y="7300"/>
                  </a:lnTo>
                  <a:cubicBezTo>
                    <a:pt x="6680" y="7150"/>
                    <a:pt x="6790" y="7000"/>
                    <a:pt x="6890" y="6840"/>
                  </a:cubicBezTo>
                  <a:lnTo>
                    <a:pt x="6890" y="6840"/>
                  </a:lnTo>
                  <a:lnTo>
                    <a:pt x="3220" y="8120"/>
                  </a:lnTo>
                  <a:lnTo>
                    <a:pt x="3220" y="6610"/>
                  </a:lnTo>
                  <a:lnTo>
                    <a:pt x="7510" y="5100"/>
                  </a:lnTo>
                  <a:cubicBezTo>
                    <a:pt x="7530" y="4980"/>
                    <a:pt x="7540" y="4860"/>
                    <a:pt x="7550" y="4740"/>
                  </a:cubicBezTo>
                  <a:lnTo>
                    <a:pt x="7550" y="4740"/>
                  </a:lnTo>
                  <a:lnTo>
                    <a:pt x="3220" y="6260"/>
                  </a:lnTo>
                  <a:lnTo>
                    <a:pt x="3220" y="4740"/>
                  </a:lnTo>
                  <a:cubicBezTo>
                    <a:pt x="3220" y="4740"/>
                    <a:pt x="3231" y="4740"/>
                    <a:pt x="3240" y="4730"/>
                  </a:cubicBezTo>
                  <a:lnTo>
                    <a:pt x="7400" y="3281"/>
                  </a:lnTo>
                  <a:cubicBezTo>
                    <a:pt x="7370" y="3170"/>
                    <a:pt x="7340" y="3070"/>
                    <a:pt x="7300" y="2961"/>
                  </a:cubicBezTo>
                  <a:lnTo>
                    <a:pt x="6760" y="3150"/>
                  </a:lnTo>
                  <a:lnTo>
                    <a:pt x="4140" y="101"/>
                  </a:lnTo>
                  <a:cubicBezTo>
                    <a:pt x="3980" y="61"/>
                    <a:pt x="3800" y="21"/>
                    <a:pt x="36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1"/>
          <p:cNvSpPr/>
          <p:nvPr/>
        </p:nvSpPr>
        <p:spPr>
          <a:xfrm rot="-4398647">
            <a:off x="686907" y="-915128"/>
            <a:ext cx="3612365" cy="3612365"/>
          </a:xfrm>
          <a:prstGeom prst="arc">
            <a:avLst>
              <a:gd name="adj1" fmla="val 16200000"/>
              <a:gd name="adj2" fmla="val 18522403"/>
            </a:avLst>
          </a:prstGeom>
          <a:noFill/>
          <a:ln w="2857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1"/>
          <p:cNvSpPr/>
          <p:nvPr/>
        </p:nvSpPr>
        <p:spPr>
          <a:xfrm>
            <a:off x="3496925" y="-461225"/>
            <a:ext cx="5791200" cy="5410200"/>
          </a:xfrm>
          <a:prstGeom prst="arc">
            <a:avLst>
              <a:gd name="adj1" fmla="val 16200000"/>
              <a:gd name="adj2" fmla="val 188"/>
            </a:avLst>
          </a:prstGeom>
          <a:noFill/>
          <a:ln w="2857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1"/>
          <p:cNvSpPr/>
          <p:nvPr/>
        </p:nvSpPr>
        <p:spPr>
          <a:xfrm>
            <a:off x="-1649050" y="2602199"/>
            <a:ext cx="7081868" cy="3924685"/>
          </a:xfrm>
          <a:custGeom>
            <a:avLst/>
            <a:gdLst/>
            <a:ahLst/>
            <a:cxnLst/>
            <a:rect l="l" t="t" r="r" b="b"/>
            <a:pathLst>
              <a:path w="58085" h="32190" extrusionOk="0">
                <a:moveTo>
                  <a:pt x="35212" y="0"/>
                </a:moveTo>
                <a:cubicBezTo>
                  <a:pt x="34041" y="0"/>
                  <a:pt x="32866" y="67"/>
                  <a:pt x="31697" y="204"/>
                </a:cubicBezTo>
                <a:cubicBezTo>
                  <a:pt x="26107" y="853"/>
                  <a:pt x="21328" y="3003"/>
                  <a:pt x="18228" y="6253"/>
                </a:cubicBezTo>
                <a:lnTo>
                  <a:pt x="50" y="25311"/>
                </a:lnTo>
                <a:cubicBezTo>
                  <a:pt x="1" y="25361"/>
                  <a:pt x="1" y="25451"/>
                  <a:pt x="61" y="25501"/>
                </a:cubicBezTo>
                <a:cubicBezTo>
                  <a:pt x="84" y="25525"/>
                  <a:pt x="117" y="25537"/>
                  <a:pt x="150" y="25537"/>
                </a:cubicBezTo>
                <a:cubicBezTo>
                  <a:pt x="187" y="25537"/>
                  <a:pt x="224" y="25522"/>
                  <a:pt x="250" y="25490"/>
                </a:cubicBezTo>
                <a:lnTo>
                  <a:pt x="18419" y="6443"/>
                </a:lnTo>
                <a:cubicBezTo>
                  <a:pt x="22257" y="2416"/>
                  <a:pt x="28606" y="271"/>
                  <a:pt x="35198" y="271"/>
                </a:cubicBezTo>
                <a:cubicBezTo>
                  <a:pt x="39460" y="271"/>
                  <a:pt x="43824" y="1168"/>
                  <a:pt x="47676" y="3033"/>
                </a:cubicBezTo>
                <a:cubicBezTo>
                  <a:pt x="52935" y="5573"/>
                  <a:pt x="56395" y="9532"/>
                  <a:pt x="57184" y="13882"/>
                </a:cubicBezTo>
                <a:cubicBezTo>
                  <a:pt x="57804" y="17311"/>
                  <a:pt x="56675" y="20751"/>
                  <a:pt x="53995" y="23561"/>
                </a:cubicBezTo>
                <a:lnTo>
                  <a:pt x="45985" y="31960"/>
                </a:lnTo>
                <a:cubicBezTo>
                  <a:pt x="45936" y="32010"/>
                  <a:pt x="45936" y="32100"/>
                  <a:pt x="45996" y="32150"/>
                </a:cubicBezTo>
                <a:cubicBezTo>
                  <a:pt x="46016" y="32170"/>
                  <a:pt x="46056" y="32190"/>
                  <a:pt x="46085" y="32190"/>
                </a:cubicBezTo>
                <a:cubicBezTo>
                  <a:pt x="46116" y="32190"/>
                  <a:pt x="46156" y="32170"/>
                  <a:pt x="46185" y="32140"/>
                </a:cubicBezTo>
                <a:lnTo>
                  <a:pt x="54184" y="23751"/>
                </a:lnTo>
                <a:cubicBezTo>
                  <a:pt x="56924" y="20871"/>
                  <a:pt x="58084" y="17351"/>
                  <a:pt x="57444" y="13832"/>
                </a:cubicBezTo>
                <a:cubicBezTo>
                  <a:pt x="56644" y="9392"/>
                  <a:pt x="53125" y="5373"/>
                  <a:pt x="47796" y="2793"/>
                </a:cubicBezTo>
                <a:cubicBezTo>
                  <a:pt x="44001" y="959"/>
                  <a:pt x="39632" y="0"/>
                  <a:pt x="352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1"/>
          <p:cNvSpPr/>
          <p:nvPr/>
        </p:nvSpPr>
        <p:spPr>
          <a:xfrm>
            <a:off x="1893679" y="2835926"/>
            <a:ext cx="2830919" cy="1944054"/>
          </a:xfrm>
          <a:custGeom>
            <a:avLst/>
            <a:gdLst/>
            <a:ahLst/>
            <a:cxnLst/>
            <a:rect l="l" t="t" r="r" b="b"/>
            <a:pathLst>
              <a:path w="23219" h="15945" extrusionOk="0">
                <a:moveTo>
                  <a:pt x="11069" y="266"/>
                </a:moveTo>
                <a:cubicBezTo>
                  <a:pt x="13309" y="266"/>
                  <a:pt x="15608" y="736"/>
                  <a:pt x="17628" y="1716"/>
                </a:cubicBezTo>
                <a:cubicBezTo>
                  <a:pt x="20388" y="3046"/>
                  <a:pt x="22198" y="5115"/>
                  <a:pt x="22608" y="7395"/>
                </a:cubicBezTo>
                <a:cubicBezTo>
                  <a:pt x="22938" y="9185"/>
                  <a:pt x="22348" y="10975"/>
                  <a:pt x="20948" y="12445"/>
                </a:cubicBezTo>
                <a:cubicBezTo>
                  <a:pt x="18928" y="14554"/>
                  <a:pt x="15599" y="15685"/>
                  <a:pt x="12149" y="15685"/>
                </a:cubicBezTo>
                <a:cubicBezTo>
                  <a:pt x="9909" y="15685"/>
                  <a:pt x="7609" y="15205"/>
                  <a:pt x="5580" y="14225"/>
                </a:cubicBezTo>
                <a:cubicBezTo>
                  <a:pt x="2830" y="12895"/>
                  <a:pt x="1010" y="10825"/>
                  <a:pt x="600" y="8555"/>
                </a:cubicBezTo>
                <a:cubicBezTo>
                  <a:pt x="281" y="6766"/>
                  <a:pt x="870" y="4966"/>
                  <a:pt x="2270" y="3496"/>
                </a:cubicBezTo>
                <a:cubicBezTo>
                  <a:pt x="4280" y="1386"/>
                  <a:pt x="7609" y="266"/>
                  <a:pt x="11069" y="266"/>
                </a:cubicBezTo>
                <a:close/>
                <a:moveTo>
                  <a:pt x="11078" y="1"/>
                </a:moveTo>
                <a:cubicBezTo>
                  <a:pt x="7544" y="1"/>
                  <a:pt x="4136" y="1152"/>
                  <a:pt x="2070" y="3316"/>
                </a:cubicBezTo>
                <a:cubicBezTo>
                  <a:pt x="610" y="4846"/>
                  <a:pt x="1" y="6726"/>
                  <a:pt x="341" y="8605"/>
                </a:cubicBezTo>
                <a:cubicBezTo>
                  <a:pt x="770" y="10965"/>
                  <a:pt x="2640" y="13095"/>
                  <a:pt x="5470" y="14474"/>
                </a:cubicBezTo>
                <a:cubicBezTo>
                  <a:pt x="7529" y="15465"/>
                  <a:pt x="9859" y="15945"/>
                  <a:pt x="12139" y="15945"/>
                </a:cubicBezTo>
                <a:cubicBezTo>
                  <a:pt x="15668" y="15945"/>
                  <a:pt x="19078" y="14794"/>
                  <a:pt x="21138" y="12635"/>
                </a:cubicBezTo>
                <a:cubicBezTo>
                  <a:pt x="22598" y="11095"/>
                  <a:pt x="23218" y="9225"/>
                  <a:pt x="22878" y="7346"/>
                </a:cubicBezTo>
                <a:cubicBezTo>
                  <a:pt x="22448" y="4986"/>
                  <a:pt x="20578" y="2846"/>
                  <a:pt x="17748" y="1476"/>
                </a:cubicBezTo>
                <a:cubicBezTo>
                  <a:pt x="15690" y="480"/>
                  <a:pt x="13357" y="1"/>
                  <a:pt x="1107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1"/>
          <p:cNvSpPr/>
          <p:nvPr/>
        </p:nvSpPr>
        <p:spPr>
          <a:xfrm>
            <a:off x="2139964" y="3235103"/>
            <a:ext cx="2338352" cy="1146193"/>
          </a:xfrm>
          <a:custGeom>
            <a:avLst/>
            <a:gdLst/>
            <a:ahLst/>
            <a:cxnLst/>
            <a:rect l="l" t="t" r="r" b="b"/>
            <a:pathLst>
              <a:path w="19179" h="9401" extrusionOk="0">
                <a:moveTo>
                  <a:pt x="153" y="0"/>
                </a:moveTo>
                <a:cubicBezTo>
                  <a:pt x="101" y="0"/>
                  <a:pt x="52" y="28"/>
                  <a:pt x="30" y="72"/>
                </a:cubicBezTo>
                <a:cubicBezTo>
                  <a:pt x="0" y="142"/>
                  <a:pt x="30" y="222"/>
                  <a:pt x="90" y="252"/>
                </a:cubicBezTo>
                <a:lnTo>
                  <a:pt x="18968" y="9381"/>
                </a:lnTo>
                <a:cubicBezTo>
                  <a:pt x="18978" y="9391"/>
                  <a:pt x="18998" y="9401"/>
                  <a:pt x="19018" y="9401"/>
                </a:cubicBezTo>
                <a:cubicBezTo>
                  <a:pt x="19068" y="9401"/>
                  <a:pt x="19118" y="9371"/>
                  <a:pt x="19138" y="9321"/>
                </a:cubicBezTo>
                <a:cubicBezTo>
                  <a:pt x="19178" y="9251"/>
                  <a:pt x="19148" y="9171"/>
                  <a:pt x="19078" y="9141"/>
                </a:cubicBezTo>
                <a:lnTo>
                  <a:pt x="210" y="12"/>
                </a:lnTo>
                <a:cubicBezTo>
                  <a:pt x="191" y="4"/>
                  <a:pt x="172" y="0"/>
                  <a:pt x="15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1"/>
          <p:cNvSpPr/>
          <p:nvPr/>
        </p:nvSpPr>
        <p:spPr>
          <a:xfrm>
            <a:off x="2136185" y="2912250"/>
            <a:ext cx="337969" cy="900032"/>
          </a:xfrm>
          <a:custGeom>
            <a:avLst/>
            <a:gdLst/>
            <a:ahLst/>
            <a:cxnLst/>
            <a:rect l="l" t="t" r="r" b="b"/>
            <a:pathLst>
              <a:path w="2772" h="7382" extrusionOk="0">
                <a:moveTo>
                  <a:pt x="2771" y="0"/>
                </a:moveTo>
                <a:lnTo>
                  <a:pt x="1" y="2310"/>
                </a:lnTo>
                <a:lnTo>
                  <a:pt x="121" y="6289"/>
                </a:lnTo>
                <a:cubicBezTo>
                  <a:pt x="121" y="6289"/>
                  <a:pt x="647" y="7381"/>
                  <a:pt x="1237" y="7381"/>
                </a:cubicBezTo>
                <a:cubicBezTo>
                  <a:pt x="1528" y="7381"/>
                  <a:pt x="1834" y="7117"/>
                  <a:pt x="2101" y="6329"/>
                </a:cubicBezTo>
                <a:cubicBezTo>
                  <a:pt x="2321" y="5689"/>
                  <a:pt x="2771" y="1"/>
                  <a:pt x="27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1"/>
          <p:cNvSpPr/>
          <p:nvPr/>
        </p:nvSpPr>
        <p:spPr>
          <a:xfrm>
            <a:off x="2049741" y="2362376"/>
            <a:ext cx="525486" cy="982695"/>
          </a:xfrm>
          <a:custGeom>
            <a:avLst/>
            <a:gdLst/>
            <a:ahLst/>
            <a:cxnLst/>
            <a:rect l="l" t="t" r="r" b="b"/>
            <a:pathLst>
              <a:path w="4310" h="8060" extrusionOk="0">
                <a:moveTo>
                  <a:pt x="0" y="0"/>
                </a:moveTo>
                <a:lnTo>
                  <a:pt x="570" y="8060"/>
                </a:lnTo>
                <a:lnTo>
                  <a:pt x="3440" y="7850"/>
                </a:lnTo>
                <a:lnTo>
                  <a:pt x="4310" y="2380"/>
                </a:lnTo>
                <a:lnTo>
                  <a:pt x="4090" y="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1"/>
          <p:cNvSpPr/>
          <p:nvPr/>
        </p:nvSpPr>
        <p:spPr>
          <a:xfrm>
            <a:off x="1148727" y="3629037"/>
            <a:ext cx="1244951" cy="732754"/>
          </a:xfrm>
          <a:custGeom>
            <a:avLst/>
            <a:gdLst/>
            <a:ahLst/>
            <a:cxnLst/>
            <a:rect l="l" t="t" r="r" b="b"/>
            <a:pathLst>
              <a:path w="10211" h="6010" extrusionOk="0">
                <a:moveTo>
                  <a:pt x="8430" y="1"/>
                </a:moveTo>
                <a:cubicBezTo>
                  <a:pt x="8430" y="1"/>
                  <a:pt x="4720" y="810"/>
                  <a:pt x="1" y="5050"/>
                </a:cubicBezTo>
                <a:cubicBezTo>
                  <a:pt x="21" y="5340"/>
                  <a:pt x="21" y="5730"/>
                  <a:pt x="51" y="6010"/>
                </a:cubicBezTo>
                <a:cubicBezTo>
                  <a:pt x="2251" y="4780"/>
                  <a:pt x="9070" y="2050"/>
                  <a:pt x="9760" y="1290"/>
                </a:cubicBezTo>
                <a:cubicBezTo>
                  <a:pt x="10210" y="790"/>
                  <a:pt x="8430" y="1"/>
                  <a:pt x="84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1"/>
          <p:cNvSpPr/>
          <p:nvPr/>
        </p:nvSpPr>
        <p:spPr>
          <a:xfrm>
            <a:off x="1038996" y="4089908"/>
            <a:ext cx="371986" cy="317120"/>
          </a:xfrm>
          <a:custGeom>
            <a:avLst/>
            <a:gdLst/>
            <a:ahLst/>
            <a:cxnLst/>
            <a:rect l="l" t="t" r="r" b="b"/>
            <a:pathLst>
              <a:path w="3051" h="2601" extrusionOk="0">
                <a:moveTo>
                  <a:pt x="1881" y="0"/>
                </a:moveTo>
                <a:lnTo>
                  <a:pt x="1" y="1280"/>
                </a:lnTo>
                <a:lnTo>
                  <a:pt x="141" y="2600"/>
                </a:lnTo>
                <a:lnTo>
                  <a:pt x="3051" y="1390"/>
                </a:lnTo>
                <a:lnTo>
                  <a:pt x="18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1"/>
          <p:cNvSpPr/>
          <p:nvPr/>
        </p:nvSpPr>
        <p:spPr>
          <a:xfrm>
            <a:off x="1006198" y="4297177"/>
            <a:ext cx="140211" cy="193857"/>
          </a:xfrm>
          <a:custGeom>
            <a:avLst/>
            <a:gdLst/>
            <a:ahLst/>
            <a:cxnLst/>
            <a:rect l="l" t="t" r="r" b="b"/>
            <a:pathLst>
              <a:path w="1150" h="1590" extrusionOk="0">
                <a:moveTo>
                  <a:pt x="130" y="0"/>
                </a:moveTo>
                <a:lnTo>
                  <a:pt x="0" y="1590"/>
                </a:lnTo>
                <a:cubicBezTo>
                  <a:pt x="450" y="1420"/>
                  <a:pt x="820" y="1160"/>
                  <a:pt x="1150" y="820"/>
                </a:cubicBezTo>
                <a:cubicBezTo>
                  <a:pt x="910" y="450"/>
                  <a:pt x="550" y="150"/>
                  <a:pt x="1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1"/>
          <p:cNvSpPr/>
          <p:nvPr/>
        </p:nvSpPr>
        <p:spPr>
          <a:xfrm>
            <a:off x="828190" y="4200736"/>
            <a:ext cx="278105" cy="630095"/>
          </a:xfrm>
          <a:custGeom>
            <a:avLst/>
            <a:gdLst/>
            <a:ahLst/>
            <a:cxnLst/>
            <a:rect l="l" t="t" r="r" b="b"/>
            <a:pathLst>
              <a:path w="2281" h="5168" extrusionOk="0">
                <a:moveTo>
                  <a:pt x="2280" y="1"/>
                </a:moveTo>
                <a:lnTo>
                  <a:pt x="80" y="221"/>
                </a:lnTo>
                <a:cubicBezTo>
                  <a:pt x="0" y="1731"/>
                  <a:pt x="0" y="3251"/>
                  <a:pt x="90" y="4760"/>
                </a:cubicBezTo>
                <a:cubicBezTo>
                  <a:pt x="250" y="4880"/>
                  <a:pt x="410" y="5020"/>
                  <a:pt x="570" y="5120"/>
                </a:cubicBezTo>
                <a:cubicBezTo>
                  <a:pt x="619" y="5153"/>
                  <a:pt x="657" y="5167"/>
                  <a:pt x="687" y="5167"/>
                </a:cubicBezTo>
                <a:cubicBezTo>
                  <a:pt x="730" y="5167"/>
                  <a:pt x="757" y="5138"/>
                  <a:pt x="780" y="5091"/>
                </a:cubicBezTo>
                <a:cubicBezTo>
                  <a:pt x="810" y="5040"/>
                  <a:pt x="830" y="4960"/>
                  <a:pt x="860" y="4880"/>
                </a:cubicBezTo>
                <a:cubicBezTo>
                  <a:pt x="1030" y="4520"/>
                  <a:pt x="1170" y="4151"/>
                  <a:pt x="1290" y="3771"/>
                </a:cubicBezTo>
                <a:cubicBezTo>
                  <a:pt x="1540" y="2971"/>
                  <a:pt x="1680" y="2201"/>
                  <a:pt x="1730" y="1371"/>
                </a:cubicBezTo>
                <a:lnTo>
                  <a:pt x="228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1"/>
          <p:cNvSpPr/>
          <p:nvPr/>
        </p:nvSpPr>
        <p:spPr>
          <a:xfrm>
            <a:off x="737967" y="4222682"/>
            <a:ext cx="187883" cy="726292"/>
          </a:xfrm>
          <a:custGeom>
            <a:avLst/>
            <a:gdLst/>
            <a:ahLst/>
            <a:cxnLst/>
            <a:rect l="l" t="t" r="r" b="b"/>
            <a:pathLst>
              <a:path w="1541" h="5957" extrusionOk="0">
                <a:moveTo>
                  <a:pt x="940" y="1"/>
                </a:moveTo>
                <a:lnTo>
                  <a:pt x="50" y="31"/>
                </a:lnTo>
                <a:cubicBezTo>
                  <a:pt x="30" y="31"/>
                  <a:pt x="21" y="41"/>
                  <a:pt x="10" y="51"/>
                </a:cubicBezTo>
                <a:lnTo>
                  <a:pt x="10" y="61"/>
                </a:lnTo>
                <a:cubicBezTo>
                  <a:pt x="1" y="61"/>
                  <a:pt x="1" y="71"/>
                  <a:pt x="1" y="81"/>
                </a:cubicBezTo>
                <a:cubicBezTo>
                  <a:pt x="1" y="91"/>
                  <a:pt x="121" y="1521"/>
                  <a:pt x="261" y="2951"/>
                </a:cubicBezTo>
                <a:cubicBezTo>
                  <a:pt x="561" y="5860"/>
                  <a:pt x="680" y="5920"/>
                  <a:pt x="740" y="5951"/>
                </a:cubicBezTo>
                <a:cubicBezTo>
                  <a:pt x="749" y="5954"/>
                  <a:pt x="757" y="5957"/>
                  <a:pt x="765" y="5957"/>
                </a:cubicBezTo>
                <a:cubicBezTo>
                  <a:pt x="777" y="5957"/>
                  <a:pt x="789" y="5952"/>
                  <a:pt x="800" y="5940"/>
                </a:cubicBezTo>
                <a:cubicBezTo>
                  <a:pt x="1000" y="5811"/>
                  <a:pt x="1540" y="4971"/>
                  <a:pt x="1520" y="4951"/>
                </a:cubicBezTo>
                <a:lnTo>
                  <a:pt x="1510" y="4951"/>
                </a:lnTo>
                <a:cubicBezTo>
                  <a:pt x="1320" y="4811"/>
                  <a:pt x="1180" y="4711"/>
                  <a:pt x="990" y="4560"/>
                </a:cubicBezTo>
                <a:cubicBezTo>
                  <a:pt x="900" y="3071"/>
                  <a:pt x="900" y="1551"/>
                  <a:pt x="980" y="51"/>
                </a:cubicBezTo>
                <a:cubicBezTo>
                  <a:pt x="980" y="31"/>
                  <a:pt x="980" y="21"/>
                  <a:pt x="970" y="11"/>
                </a:cubicBezTo>
                <a:cubicBezTo>
                  <a:pt x="960" y="1"/>
                  <a:pt x="950" y="1"/>
                  <a:pt x="9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1"/>
          <p:cNvSpPr/>
          <p:nvPr/>
        </p:nvSpPr>
        <p:spPr>
          <a:xfrm>
            <a:off x="917194" y="4552851"/>
            <a:ext cx="97538" cy="37308"/>
          </a:xfrm>
          <a:custGeom>
            <a:avLst/>
            <a:gdLst/>
            <a:ahLst/>
            <a:cxnLst/>
            <a:rect l="l" t="t" r="r" b="b"/>
            <a:pathLst>
              <a:path w="800" h="306" extrusionOk="0">
                <a:moveTo>
                  <a:pt x="79" y="0"/>
                </a:moveTo>
                <a:cubicBezTo>
                  <a:pt x="47" y="0"/>
                  <a:pt x="18" y="20"/>
                  <a:pt x="10" y="52"/>
                </a:cubicBezTo>
                <a:cubicBezTo>
                  <a:pt x="0" y="83"/>
                  <a:pt x="30" y="123"/>
                  <a:pt x="60" y="132"/>
                </a:cubicBezTo>
                <a:lnTo>
                  <a:pt x="710" y="303"/>
                </a:lnTo>
                <a:cubicBezTo>
                  <a:pt x="717" y="304"/>
                  <a:pt x="723" y="305"/>
                  <a:pt x="729" y="305"/>
                </a:cubicBezTo>
                <a:cubicBezTo>
                  <a:pt x="760" y="305"/>
                  <a:pt x="782" y="286"/>
                  <a:pt x="790" y="252"/>
                </a:cubicBezTo>
                <a:cubicBezTo>
                  <a:pt x="800" y="223"/>
                  <a:pt x="780" y="183"/>
                  <a:pt x="740" y="172"/>
                </a:cubicBezTo>
                <a:lnTo>
                  <a:pt x="100" y="3"/>
                </a:lnTo>
                <a:cubicBezTo>
                  <a:pt x="93" y="1"/>
                  <a:pt x="86" y="0"/>
                  <a:pt x="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1"/>
          <p:cNvSpPr/>
          <p:nvPr/>
        </p:nvSpPr>
        <p:spPr>
          <a:xfrm>
            <a:off x="908660" y="4588208"/>
            <a:ext cx="97660" cy="38406"/>
          </a:xfrm>
          <a:custGeom>
            <a:avLst/>
            <a:gdLst/>
            <a:ahLst/>
            <a:cxnLst/>
            <a:rect l="l" t="t" r="r" b="b"/>
            <a:pathLst>
              <a:path w="801" h="315" extrusionOk="0">
                <a:moveTo>
                  <a:pt x="71" y="0"/>
                </a:moveTo>
                <a:cubicBezTo>
                  <a:pt x="41" y="0"/>
                  <a:pt x="19" y="20"/>
                  <a:pt x="10" y="53"/>
                </a:cubicBezTo>
                <a:cubicBezTo>
                  <a:pt x="0" y="93"/>
                  <a:pt x="20" y="122"/>
                  <a:pt x="50" y="133"/>
                </a:cubicBezTo>
                <a:lnTo>
                  <a:pt x="710" y="313"/>
                </a:lnTo>
                <a:cubicBezTo>
                  <a:pt x="714" y="314"/>
                  <a:pt x="718" y="315"/>
                  <a:pt x="722" y="315"/>
                </a:cubicBezTo>
                <a:cubicBezTo>
                  <a:pt x="750" y="315"/>
                  <a:pt x="782" y="289"/>
                  <a:pt x="790" y="262"/>
                </a:cubicBezTo>
                <a:cubicBezTo>
                  <a:pt x="800" y="222"/>
                  <a:pt x="780" y="193"/>
                  <a:pt x="740" y="182"/>
                </a:cubicBezTo>
                <a:lnTo>
                  <a:pt x="90" y="2"/>
                </a:lnTo>
                <a:cubicBezTo>
                  <a:pt x="83" y="1"/>
                  <a:pt x="77" y="0"/>
                  <a:pt x="7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1"/>
          <p:cNvSpPr/>
          <p:nvPr/>
        </p:nvSpPr>
        <p:spPr>
          <a:xfrm>
            <a:off x="926948" y="4517493"/>
            <a:ext cx="95100" cy="36089"/>
          </a:xfrm>
          <a:custGeom>
            <a:avLst/>
            <a:gdLst/>
            <a:ahLst/>
            <a:cxnLst/>
            <a:rect l="l" t="t" r="r" b="b"/>
            <a:pathLst>
              <a:path w="780" h="296" extrusionOk="0">
                <a:moveTo>
                  <a:pt x="74" y="0"/>
                </a:moveTo>
                <a:cubicBezTo>
                  <a:pt x="47" y="0"/>
                  <a:pt x="18" y="18"/>
                  <a:pt x="10" y="43"/>
                </a:cubicBezTo>
                <a:cubicBezTo>
                  <a:pt x="0" y="83"/>
                  <a:pt x="20" y="123"/>
                  <a:pt x="60" y="133"/>
                </a:cubicBezTo>
                <a:lnTo>
                  <a:pt x="690" y="293"/>
                </a:lnTo>
                <a:cubicBezTo>
                  <a:pt x="697" y="294"/>
                  <a:pt x="704" y="295"/>
                  <a:pt x="710" y="295"/>
                </a:cubicBezTo>
                <a:cubicBezTo>
                  <a:pt x="743" y="295"/>
                  <a:pt x="772" y="276"/>
                  <a:pt x="780" y="242"/>
                </a:cubicBezTo>
                <a:cubicBezTo>
                  <a:pt x="780" y="213"/>
                  <a:pt x="760" y="173"/>
                  <a:pt x="730" y="163"/>
                </a:cubicBezTo>
                <a:lnTo>
                  <a:pt x="90" y="3"/>
                </a:lnTo>
                <a:cubicBezTo>
                  <a:pt x="85" y="1"/>
                  <a:pt x="80" y="0"/>
                  <a:pt x="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1"/>
          <p:cNvSpPr/>
          <p:nvPr/>
        </p:nvSpPr>
        <p:spPr>
          <a:xfrm>
            <a:off x="936580" y="4480916"/>
            <a:ext cx="92783" cy="36089"/>
          </a:xfrm>
          <a:custGeom>
            <a:avLst/>
            <a:gdLst/>
            <a:ahLst/>
            <a:cxnLst/>
            <a:rect l="l" t="t" r="r" b="b"/>
            <a:pathLst>
              <a:path w="761" h="296" extrusionOk="0">
                <a:moveTo>
                  <a:pt x="76" y="0"/>
                </a:moveTo>
                <a:cubicBezTo>
                  <a:pt x="49" y="0"/>
                  <a:pt x="19" y="20"/>
                  <a:pt x="11" y="53"/>
                </a:cubicBezTo>
                <a:cubicBezTo>
                  <a:pt x="1" y="93"/>
                  <a:pt x="21" y="123"/>
                  <a:pt x="61" y="133"/>
                </a:cubicBezTo>
                <a:lnTo>
                  <a:pt x="671" y="293"/>
                </a:lnTo>
                <a:cubicBezTo>
                  <a:pt x="676" y="295"/>
                  <a:pt x="681" y="295"/>
                  <a:pt x="687" y="295"/>
                </a:cubicBezTo>
                <a:cubicBezTo>
                  <a:pt x="713" y="295"/>
                  <a:pt x="743" y="276"/>
                  <a:pt x="751" y="243"/>
                </a:cubicBezTo>
                <a:cubicBezTo>
                  <a:pt x="761" y="203"/>
                  <a:pt x="731" y="173"/>
                  <a:pt x="701" y="163"/>
                </a:cubicBezTo>
                <a:lnTo>
                  <a:pt x="91" y="3"/>
                </a:lnTo>
                <a:cubicBezTo>
                  <a:pt x="86" y="1"/>
                  <a:pt x="81" y="0"/>
                  <a:pt x="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1"/>
          <p:cNvSpPr/>
          <p:nvPr/>
        </p:nvSpPr>
        <p:spPr>
          <a:xfrm>
            <a:off x="1225660" y="4109415"/>
            <a:ext cx="131798" cy="179226"/>
          </a:xfrm>
          <a:custGeom>
            <a:avLst/>
            <a:gdLst/>
            <a:ahLst/>
            <a:cxnLst/>
            <a:rect l="l" t="t" r="r" b="b"/>
            <a:pathLst>
              <a:path w="1081" h="1470" extrusionOk="0">
                <a:moveTo>
                  <a:pt x="110" y="0"/>
                </a:moveTo>
                <a:lnTo>
                  <a:pt x="0" y="80"/>
                </a:lnTo>
                <a:lnTo>
                  <a:pt x="970" y="1470"/>
                </a:lnTo>
                <a:lnTo>
                  <a:pt x="1080" y="1400"/>
                </a:lnTo>
                <a:lnTo>
                  <a:pt x="1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1"/>
          <p:cNvSpPr/>
          <p:nvPr/>
        </p:nvSpPr>
        <p:spPr>
          <a:xfrm>
            <a:off x="2807983" y="2466011"/>
            <a:ext cx="930269" cy="503540"/>
          </a:xfrm>
          <a:custGeom>
            <a:avLst/>
            <a:gdLst/>
            <a:ahLst/>
            <a:cxnLst/>
            <a:rect l="l" t="t" r="r" b="b"/>
            <a:pathLst>
              <a:path w="7630" h="4130" extrusionOk="0">
                <a:moveTo>
                  <a:pt x="1" y="1"/>
                </a:moveTo>
                <a:lnTo>
                  <a:pt x="2310" y="3470"/>
                </a:lnTo>
                <a:cubicBezTo>
                  <a:pt x="3260" y="3740"/>
                  <a:pt x="5430" y="4130"/>
                  <a:pt x="5430" y="4130"/>
                </a:cubicBezTo>
                <a:cubicBezTo>
                  <a:pt x="5430" y="4130"/>
                  <a:pt x="7630" y="3610"/>
                  <a:pt x="6390" y="2500"/>
                </a:cubicBezTo>
                <a:cubicBezTo>
                  <a:pt x="5030" y="1290"/>
                  <a:pt x="1" y="1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1"/>
          <p:cNvSpPr/>
          <p:nvPr/>
        </p:nvSpPr>
        <p:spPr>
          <a:xfrm>
            <a:off x="2097169" y="2320922"/>
            <a:ext cx="1126564" cy="568159"/>
          </a:xfrm>
          <a:custGeom>
            <a:avLst/>
            <a:gdLst/>
            <a:ahLst/>
            <a:cxnLst/>
            <a:rect l="l" t="t" r="r" b="b"/>
            <a:pathLst>
              <a:path w="9240" h="4660" extrusionOk="0">
                <a:moveTo>
                  <a:pt x="4351" y="0"/>
                </a:moveTo>
                <a:lnTo>
                  <a:pt x="1" y="1431"/>
                </a:lnTo>
                <a:cubicBezTo>
                  <a:pt x="461" y="3410"/>
                  <a:pt x="3221" y="3790"/>
                  <a:pt x="3221" y="3790"/>
                </a:cubicBezTo>
                <a:lnTo>
                  <a:pt x="8140" y="4660"/>
                </a:lnTo>
                <a:lnTo>
                  <a:pt x="9240" y="2220"/>
                </a:lnTo>
                <a:lnTo>
                  <a:pt x="435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1"/>
          <p:cNvSpPr/>
          <p:nvPr/>
        </p:nvSpPr>
        <p:spPr>
          <a:xfrm>
            <a:off x="2226408" y="2348720"/>
            <a:ext cx="926733" cy="425875"/>
          </a:xfrm>
          <a:custGeom>
            <a:avLst/>
            <a:gdLst/>
            <a:ahLst/>
            <a:cxnLst/>
            <a:rect l="l" t="t" r="r" b="b"/>
            <a:pathLst>
              <a:path w="7601" h="3493" extrusionOk="0">
                <a:moveTo>
                  <a:pt x="78" y="0"/>
                </a:moveTo>
                <a:cubicBezTo>
                  <a:pt x="72" y="0"/>
                  <a:pt x="66" y="1"/>
                  <a:pt x="61" y="3"/>
                </a:cubicBezTo>
                <a:cubicBezTo>
                  <a:pt x="21" y="12"/>
                  <a:pt x="1" y="52"/>
                  <a:pt x="11" y="83"/>
                </a:cubicBezTo>
                <a:cubicBezTo>
                  <a:pt x="621" y="2283"/>
                  <a:pt x="5471" y="3202"/>
                  <a:pt x="7520" y="3492"/>
                </a:cubicBezTo>
                <a:lnTo>
                  <a:pt x="7530" y="3492"/>
                </a:lnTo>
                <a:cubicBezTo>
                  <a:pt x="7570" y="3492"/>
                  <a:pt x="7590" y="3462"/>
                  <a:pt x="7600" y="3432"/>
                </a:cubicBezTo>
                <a:cubicBezTo>
                  <a:pt x="7600" y="3392"/>
                  <a:pt x="7580" y="3362"/>
                  <a:pt x="7540" y="3362"/>
                </a:cubicBezTo>
                <a:cubicBezTo>
                  <a:pt x="5511" y="3072"/>
                  <a:pt x="721" y="2172"/>
                  <a:pt x="141" y="52"/>
                </a:cubicBezTo>
                <a:cubicBezTo>
                  <a:pt x="133" y="19"/>
                  <a:pt x="104" y="0"/>
                  <a:pt x="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1"/>
          <p:cNvSpPr/>
          <p:nvPr/>
        </p:nvSpPr>
        <p:spPr>
          <a:xfrm>
            <a:off x="2864067" y="2811176"/>
            <a:ext cx="777622" cy="1134977"/>
          </a:xfrm>
          <a:custGeom>
            <a:avLst/>
            <a:gdLst/>
            <a:ahLst/>
            <a:cxnLst/>
            <a:rect l="l" t="t" r="r" b="b"/>
            <a:pathLst>
              <a:path w="6378" h="9309" extrusionOk="0">
                <a:moveTo>
                  <a:pt x="5446" y="1"/>
                </a:moveTo>
                <a:cubicBezTo>
                  <a:pt x="4919" y="1"/>
                  <a:pt x="4350" y="99"/>
                  <a:pt x="4350" y="99"/>
                </a:cubicBezTo>
                <a:cubicBezTo>
                  <a:pt x="4350" y="99"/>
                  <a:pt x="581" y="5269"/>
                  <a:pt x="1" y="8528"/>
                </a:cubicBezTo>
                <a:cubicBezTo>
                  <a:pt x="170" y="8748"/>
                  <a:pt x="381" y="9088"/>
                  <a:pt x="550" y="9308"/>
                </a:cubicBezTo>
                <a:cubicBezTo>
                  <a:pt x="1790" y="7118"/>
                  <a:pt x="6020" y="1999"/>
                  <a:pt x="6320" y="399"/>
                </a:cubicBezTo>
                <a:cubicBezTo>
                  <a:pt x="6377" y="83"/>
                  <a:pt x="5929" y="1"/>
                  <a:pt x="544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1"/>
          <p:cNvSpPr/>
          <p:nvPr/>
        </p:nvSpPr>
        <p:spPr>
          <a:xfrm>
            <a:off x="2771406" y="3654641"/>
            <a:ext cx="325655" cy="381739"/>
          </a:xfrm>
          <a:custGeom>
            <a:avLst/>
            <a:gdLst/>
            <a:ahLst/>
            <a:cxnLst/>
            <a:rect l="l" t="t" r="r" b="b"/>
            <a:pathLst>
              <a:path w="2671" h="3131" extrusionOk="0">
                <a:moveTo>
                  <a:pt x="950" y="0"/>
                </a:moveTo>
                <a:lnTo>
                  <a:pt x="1" y="2080"/>
                </a:lnTo>
                <a:lnTo>
                  <a:pt x="801" y="3130"/>
                </a:lnTo>
                <a:lnTo>
                  <a:pt x="2670" y="591"/>
                </a:lnTo>
                <a:lnTo>
                  <a:pt x="9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1"/>
          <p:cNvSpPr/>
          <p:nvPr/>
        </p:nvSpPr>
        <p:spPr>
          <a:xfrm>
            <a:off x="2783598" y="3955182"/>
            <a:ext cx="157402" cy="178738"/>
          </a:xfrm>
          <a:custGeom>
            <a:avLst/>
            <a:gdLst/>
            <a:ahLst/>
            <a:cxnLst/>
            <a:rect l="l" t="t" r="r" b="b"/>
            <a:pathLst>
              <a:path w="1291" h="1466" extrusionOk="0">
                <a:moveTo>
                  <a:pt x="376" y="1"/>
                </a:moveTo>
                <a:cubicBezTo>
                  <a:pt x="250" y="1"/>
                  <a:pt x="123" y="12"/>
                  <a:pt x="1" y="35"/>
                </a:cubicBezTo>
                <a:lnTo>
                  <a:pt x="710" y="1465"/>
                </a:lnTo>
                <a:cubicBezTo>
                  <a:pt x="1001" y="1095"/>
                  <a:pt x="1190" y="685"/>
                  <a:pt x="1290" y="215"/>
                </a:cubicBezTo>
                <a:cubicBezTo>
                  <a:pt x="1012" y="72"/>
                  <a:pt x="692" y="1"/>
                  <a:pt x="37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1"/>
          <p:cNvSpPr/>
          <p:nvPr/>
        </p:nvSpPr>
        <p:spPr>
          <a:xfrm>
            <a:off x="2589740" y="3833869"/>
            <a:ext cx="381739" cy="642532"/>
          </a:xfrm>
          <a:custGeom>
            <a:avLst/>
            <a:gdLst/>
            <a:ahLst/>
            <a:cxnLst/>
            <a:rect l="l" t="t" r="r" b="b"/>
            <a:pathLst>
              <a:path w="3131" h="5270" extrusionOk="0">
                <a:moveTo>
                  <a:pt x="1771" y="1"/>
                </a:moveTo>
                <a:lnTo>
                  <a:pt x="1" y="1330"/>
                </a:lnTo>
                <a:cubicBezTo>
                  <a:pt x="720" y="2660"/>
                  <a:pt x="1500" y="3960"/>
                  <a:pt x="2360" y="5210"/>
                </a:cubicBezTo>
                <a:cubicBezTo>
                  <a:pt x="2560" y="5230"/>
                  <a:pt x="2760" y="5270"/>
                  <a:pt x="2960" y="5270"/>
                </a:cubicBezTo>
                <a:cubicBezTo>
                  <a:pt x="3100" y="5270"/>
                  <a:pt x="3131" y="5220"/>
                  <a:pt x="3120" y="5140"/>
                </a:cubicBezTo>
                <a:cubicBezTo>
                  <a:pt x="3120" y="5080"/>
                  <a:pt x="3100" y="5000"/>
                  <a:pt x="3091" y="4920"/>
                </a:cubicBezTo>
                <a:cubicBezTo>
                  <a:pt x="3040" y="4520"/>
                  <a:pt x="2971" y="4120"/>
                  <a:pt x="2871" y="3740"/>
                </a:cubicBezTo>
                <a:cubicBezTo>
                  <a:pt x="2671" y="2930"/>
                  <a:pt x="2391" y="2190"/>
                  <a:pt x="2011" y="1460"/>
                </a:cubicBezTo>
                <a:lnTo>
                  <a:pt x="17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1"/>
          <p:cNvSpPr/>
          <p:nvPr/>
        </p:nvSpPr>
        <p:spPr>
          <a:xfrm>
            <a:off x="2505734" y="3983225"/>
            <a:ext cx="470621" cy="634607"/>
          </a:xfrm>
          <a:custGeom>
            <a:avLst/>
            <a:gdLst/>
            <a:ahLst/>
            <a:cxnLst/>
            <a:rect l="l" t="t" r="r" b="b"/>
            <a:pathLst>
              <a:path w="3860" h="5205" extrusionOk="0">
                <a:moveTo>
                  <a:pt x="790" y="1"/>
                </a:moveTo>
                <a:cubicBezTo>
                  <a:pt x="783" y="1"/>
                  <a:pt x="776" y="5"/>
                  <a:pt x="770" y="5"/>
                </a:cubicBezTo>
                <a:lnTo>
                  <a:pt x="20" y="495"/>
                </a:lnTo>
                <a:cubicBezTo>
                  <a:pt x="10" y="505"/>
                  <a:pt x="10" y="515"/>
                  <a:pt x="0" y="525"/>
                </a:cubicBezTo>
                <a:lnTo>
                  <a:pt x="0" y="545"/>
                </a:lnTo>
                <a:cubicBezTo>
                  <a:pt x="0" y="545"/>
                  <a:pt x="10" y="555"/>
                  <a:pt x="10" y="565"/>
                </a:cubicBezTo>
                <a:cubicBezTo>
                  <a:pt x="20" y="575"/>
                  <a:pt x="860" y="1735"/>
                  <a:pt x="1720" y="2885"/>
                </a:cubicBezTo>
                <a:cubicBezTo>
                  <a:pt x="3450" y="5185"/>
                  <a:pt x="3614" y="5204"/>
                  <a:pt x="3677" y="5204"/>
                </a:cubicBezTo>
                <a:cubicBezTo>
                  <a:pt x="3678" y="5204"/>
                  <a:pt x="3679" y="5204"/>
                  <a:pt x="3680" y="5204"/>
                </a:cubicBezTo>
                <a:cubicBezTo>
                  <a:pt x="3700" y="5204"/>
                  <a:pt x="3720" y="5184"/>
                  <a:pt x="3729" y="5164"/>
                </a:cubicBezTo>
                <a:cubicBezTo>
                  <a:pt x="3829" y="4944"/>
                  <a:pt x="3860" y="3945"/>
                  <a:pt x="3840" y="3945"/>
                </a:cubicBezTo>
                <a:lnTo>
                  <a:pt x="3820" y="3945"/>
                </a:lnTo>
                <a:cubicBezTo>
                  <a:pt x="3580" y="3925"/>
                  <a:pt x="3420" y="3915"/>
                  <a:pt x="3180" y="3885"/>
                </a:cubicBezTo>
                <a:cubicBezTo>
                  <a:pt x="2329" y="2645"/>
                  <a:pt x="1540" y="1355"/>
                  <a:pt x="830" y="25"/>
                </a:cubicBezTo>
                <a:cubicBezTo>
                  <a:pt x="830" y="15"/>
                  <a:pt x="820" y="5"/>
                  <a:pt x="800" y="5"/>
                </a:cubicBezTo>
                <a:cubicBezTo>
                  <a:pt x="796" y="2"/>
                  <a:pt x="793" y="1"/>
                  <a:pt x="79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31"/>
          <p:cNvSpPr/>
          <p:nvPr/>
        </p:nvSpPr>
        <p:spPr>
          <a:xfrm>
            <a:off x="2828710" y="4204150"/>
            <a:ext cx="97660" cy="39747"/>
          </a:xfrm>
          <a:custGeom>
            <a:avLst/>
            <a:gdLst/>
            <a:ahLst/>
            <a:cxnLst/>
            <a:rect l="l" t="t" r="r" b="b"/>
            <a:pathLst>
              <a:path w="801" h="326" extrusionOk="0">
                <a:moveTo>
                  <a:pt x="721" y="0"/>
                </a:moveTo>
                <a:cubicBezTo>
                  <a:pt x="714" y="0"/>
                  <a:pt x="708" y="1"/>
                  <a:pt x="700" y="3"/>
                </a:cubicBezTo>
                <a:lnTo>
                  <a:pt x="60" y="193"/>
                </a:lnTo>
                <a:cubicBezTo>
                  <a:pt x="20" y="203"/>
                  <a:pt x="0" y="233"/>
                  <a:pt x="11" y="273"/>
                </a:cubicBezTo>
                <a:lnTo>
                  <a:pt x="20" y="273"/>
                </a:lnTo>
                <a:cubicBezTo>
                  <a:pt x="29" y="306"/>
                  <a:pt x="51" y="326"/>
                  <a:pt x="81" y="326"/>
                </a:cubicBezTo>
                <a:cubicBezTo>
                  <a:pt x="87" y="326"/>
                  <a:pt x="94" y="325"/>
                  <a:pt x="100" y="323"/>
                </a:cubicBezTo>
                <a:lnTo>
                  <a:pt x="740" y="133"/>
                </a:lnTo>
                <a:cubicBezTo>
                  <a:pt x="780" y="123"/>
                  <a:pt x="800" y="83"/>
                  <a:pt x="791" y="43"/>
                </a:cubicBezTo>
                <a:cubicBezTo>
                  <a:pt x="774" y="18"/>
                  <a:pt x="751" y="0"/>
                  <a:pt x="72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1"/>
          <p:cNvSpPr/>
          <p:nvPr/>
        </p:nvSpPr>
        <p:spPr>
          <a:xfrm>
            <a:off x="2839683" y="4239508"/>
            <a:ext cx="97660" cy="39747"/>
          </a:xfrm>
          <a:custGeom>
            <a:avLst/>
            <a:gdLst/>
            <a:ahLst/>
            <a:cxnLst/>
            <a:rect l="l" t="t" r="r" b="b"/>
            <a:pathLst>
              <a:path w="801" h="326" extrusionOk="0">
                <a:moveTo>
                  <a:pt x="721" y="0"/>
                </a:moveTo>
                <a:cubicBezTo>
                  <a:pt x="714" y="0"/>
                  <a:pt x="708" y="1"/>
                  <a:pt x="701" y="3"/>
                </a:cubicBezTo>
                <a:lnTo>
                  <a:pt x="61" y="193"/>
                </a:lnTo>
                <a:cubicBezTo>
                  <a:pt x="21" y="203"/>
                  <a:pt x="1" y="243"/>
                  <a:pt x="10" y="273"/>
                </a:cubicBezTo>
                <a:cubicBezTo>
                  <a:pt x="19" y="306"/>
                  <a:pt x="48" y="325"/>
                  <a:pt x="74" y="325"/>
                </a:cubicBezTo>
                <a:cubicBezTo>
                  <a:pt x="80" y="325"/>
                  <a:pt x="85" y="325"/>
                  <a:pt x="90" y="323"/>
                </a:cubicBezTo>
                <a:lnTo>
                  <a:pt x="741" y="133"/>
                </a:lnTo>
                <a:cubicBezTo>
                  <a:pt x="781" y="123"/>
                  <a:pt x="801" y="83"/>
                  <a:pt x="790" y="53"/>
                </a:cubicBezTo>
                <a:lnTo>
                  <a:pt x="790" y="43"/>
                </a:lnTo>
                <a:cubicBezTo>
                  <a:pt x="782" y="18"/>
                  <a:pt x="754" y="0"/>
                  <a:pt x="72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1"/>
          <p:cNvSpPr/>
          <p:nvPr/>
        </p:nvSpPr>
        <p:spPr>
          <a:xfrm>
            <a:off x="2818956" y="4168792"/>
            <a:ext cx="95221" cy="39747"/>
          </a:xfrm>
          <a:custGeom>
            <a:avLst/>
            <a:gdLst/>
            <a:ahLst/>
            <a:cxnLst/>
            <a:rect l="l" t="t" r="r" b="b"/>
            <a:pathLst>
              <a:path w="781" h="326" extrusionOk="0">
                <a:moveTo>
                  <a:pt x="700" y="0"/>
                </a:moveTo>
                <a:cubicBezTo>
                  <a:pt x="694" y="0"/>
                  <a:pt x="687" y="1"/>
                  <a:pt x="680" y="3"/>
                </a:cubicBezTo>
                <a:lnTo>
                  <a:pt x="60" y="193"/>
                </a:lnTo>
                <a:cubicBezTo>
                  <a:pt x="20" y="203"/>
                  <a:pt x="0" y="233"/>
                  <a:pt x="11" y="273"/>
                </a:cubicBezTo>
                <a:cubicBezTo>
                  <a:pt x="19" y="306"/>
                  <a:pt x="47" y="326"/>
                  <a:pt x="74" y="326"/>
                </a:cubicBezTo>
                <a:cubicBezTo>
                  <a:pt x="80" y="326"/>
                  <a:pt x="85" y="325"/>
                  <a:pt x="91" y="323"/>
                </a:cubicBezTo>
                <a:lnTo>
                  <a:pt x="720" y="133"/>
                </a:lnTo>
                <a:cubicBezTo>
                  <a:pt x="760" y="123"/>
                  <a:pt x="780" y="83"/>
                  <a:pt x="771" y="43"/>
                </a:cubicBezTo>
                <a:cubicBezTo>
                  <a:pt x="754" y="18"/>
                  <a:pt x="730" y="0"/>
                  <a:pt x="7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1"/>
          <p:cNvSpPr/>
          <p:nvPr/>
        </p:nvSpPr>
        <p:spPr>
          <a:xfrm>
            <a:off x="2807983" y="4134532"/>
            <a:ext cx="92783" cy="37430"/>
          </a:xfrm>
          <a:custGeom>
            <a:avLst/>
            <a:gdLst/>
            <a:ahLst/>
            <a:cxnLst/>
            <a:rect l="l" t="t" r="r" b="b"/>
            <a:pathLst>
              <a:path w="761" h="307" extrusionOk="0">
                <a:moveTo>
                  <a:pt x="687" y="0"/>
                </a:moveTo>
                <a:cubicBezTo>
                  <a:pt x="679" y="0"/>
                  <a:pt x="670" y="2"/>
                  <a:pt x="661" y="4"/>
                </a:cubicBezTo>
                <a:lnTo>
                  <a:pt x="61" y="174"/>
                </a:lnTo>
                <a:cubicBezTo>
                  <a:pt x="21" y="184"/>
                  <a:pt x="1" y="224"/>
                  <a:pt x="10" y="264"/>
                </a:cubicBezTo>
                <a:cubicBezTo>
                  <a:pt x="27" y="289"/>
                  <a:pt x="50" y="307"/>
                  <a:pt x="80" y="307"/>
                </a:cubicBezTo>
                <a:cubicBezTo>
                  <a:pt x="86" y="307"/>
                  <a:pt x="93" y="306"/>
                  <a:pt x="101" y="304"/>
                </a:cubicBezTo>
                <a:lnTo>
                  <a:pt x="701" y="134"/>
                </a:lnTo>
                <a:cubicBezTo>
                  <a:pt x="741" y="124"/>
                  <a:pt x="761" y="74"/>
                  <a:pt x="750" y="44"/>
                </a:cubicBezTo>
                <a:cubicBezTo>
                  <a:pt x="735" y="13"/>
                  <a:pt x="714" y="0"/>
                  <a:pt x="68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1"/>
          <p:cNvSpPr/>
          <p:nvPr/>
        </p:nvSpPr>
        <p:spPr>
          <a:xfrm>
            <a:off x="2865287" y="3687561"/>
            <a:ext cx="196417" cy="98879"/>
          </a:xfrm>
          <a:custGeom>
            <a:avLst/>
            <a:gdLst/>
            <a:ahLst/>
            <a:cxnLst/>
            <a:rect l="l" t="t" r="r" b="b"/>
            <a:pathLst>
              <a:path w="1611" h="811" extrusionOk="0">
                <a:moveTo>
                  <a:pt x="60" y="1"/>
                </a:moveTo>
                <a:lnTo>
                  <a:pt x="0" y="121"/>
                </a:lnTo>
                <a:lnTo>
                  <a:pt x="1560" y="810"/>
                </a:lnTo>
                <a:lnTo>
                  <a:pt x="1611" y="690"/>
                </a:lnTo>
                <a:lnTo>
                  <a:pt x="6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1"/>
          <p:cNvSpPr/>
          <p:nvPr/>
        </p:nvSpPr>
        <p:spPr>
          <a:xfrm>
            <a:off x="2227749" y="1051822"/>
            <a:ext cx="1385040" cy="434166"/>
          </a:xfrm>
          <a:custGeom>
            <a:avLst/>
            <a:gdLst/>
            <a:ahLst/>
            <a:cxnLst/>
            <a:rect l="l" t="t" r="r" b="b"/>
            <a:pathLst>
              <a:path w="11360" h="3561" extrusionOk="0">
                <a:moveTo>
                  <a:pt x="650" y="1"/>
                </a:moveTo>
                <a:lnTo>
                  <a:pt x="0" y="1590"/>
                </a:lnTo>
                <a:cubicBezTo>
                  <a:pt x="763" y="1868"/>
                  <a:pt x="4515" y="3561"/>
                  <a:pt x="5320" y="3561"/>
                </a:cubicBezTo>
                <a:cubicBezTo>
                  <a:pt x="5326" y="3561"/>
                  <a:pt x="5333" y="3561"/>
                  <a:pt x="5340" y="3561"/>
                </a:cubicBezTo>
                <a:cubicBezTo>
                  <a:pt x="6440" y="3530"/>
                  <a:pt x="11359" y="2401"/>
                  <a:pt x="11359" y="2401"/>
                </a:cubicBezTo>
                <a:lnTo>
                  <a:pt x="11229" y="1710"/>
                </a:lnTo>
                <a:cubicBezTo>
                  <a:pt x="11229" y="1710"/>
                  <a:pt x="11215" y="1710"/>
                  <a:pt x="11188" y="1710"/>
                </a:cubicBezTo>
                <a:cubicBezTo>
                  <a:pt x="10763" y="1710"/>
                  <a:pt x="7155" y="1728"/>
                  <a:pt x="5360" y="2321"/>
                </a:cubicBezTo>
                <a:lnTo>
                  <a:pt x="6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1"/>
          <p:cNvSpPr/>
          <p:nvPr/>
        </p:nvSpPr>
        <p:spPr>
          <a:xfrm>
            <a:off x="3535744" y="1260311"/>
            <a:ext cx="320778" cy="242748"/>
          </a:xfrm>
          <a:custGeom>
            <a:avLst/>
            <a:gdLst/>
            <a:ahLst/>
            <a:cxnLst/>
            <a:rect l="l" t="t" r="r" b="b"/>
            <a:pathLst>
              <a:path w="2631" h="1991" extrusionOk="0">
                <a:moveTo>
                  <a:pt x="521" y="0"/>
                </a:moveTo>
                <a:lnTo>
                  <a:pt x="1" y="431"/>
                </a:lnTo>
                <a:lnTo>
                  <a:pt x="951" y="1991"/>
                </a:lnTo>
                <a:lnTo>
                  <a:pt x="1151" y="1940"/>
                </a:lnTo>
                <a:cubicBezTo>
                  <a:pt x="1151" y="1940"/>
                  <a:pt x="1301" y="1440"/>
                  <a:pt x="1371" y="1420"/>
                </a:cubicBezTo>
                <a:cubicBezTo>
                  <a:pt x="1382" y="1417"/>
                  <a:pt x="1395" y="1415"/>
                  <a:pt x="1409" y="1415"/>
                </a:cubicBezTo>
                <a:cubicBezTo>
                  <a:pt x="1640" y="1415"/>
                  <a:pt x="2271" y="1851"/>
                  <a:pt x="2271" y="1851"/>
                </a:cubicBezTo>
                <a:cubicBezTo>
                  <a:pt x="2271" y="1851"/>
                  <a:pt x="2631" y="1691"/>
                  <a:pt x="2600" y="1491"/>
                </a:cubicBezTo>
                <a:cubicBezTo>
                  <a:pt x="2520" y="1020"/>
                  <a:pt x="2280" y="560"/>
                  <a:pt x="2280" y="560"/>
                </a:cubicBezTo>
                <a:lnTo>
                  <a:pt x="52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1"/>
          <p:cNvSpPr/>
          <p:nvPr/>
        </p:nvSpPr>
        <p:spPr>
          <a:xfrm>
            <a:off x="1687628" y="1042068"/>
            <a:ext cx="983915" cy="1494770"/>
          </a:xfrm>
          <a:custGeom>
            <a:avLst/>
            <a:gdLst/>
            <a:ahLst/>
            <a:cxnLst/>
            <a:rect l="l" t="t" r="r" b="b"/>
            <a:pathLst>
              <a:path w="8070" h="12260" extrusionOk="0">
                <a:moveTo>
                  <a:pt x="4650" y="1"/>
                </a:moveTo>
                <a:lnTo>
                  <a:pt x="0" y="1041"/>
                </a:lnTo>
                <a:lnTo>
                  <a:pt x="1511" y="6490"/>
                </a:lnTo>
                <a:lnTo>
                  <a:pt x="1691" y="7070"/>
                </a:lnTo>
                <a:lnTo>
                  <a:pt x="2970" y="12260"/>
                </a:lnTo>
                <a:lnTo>
                  <a:pt x="8070" y="10540"/>
                </a:lnTo>
                <a:lnTo>
                  <a:pt x="6890" y="3470"/>
                </a:lnTo>
                <a:lnTo>
                  <a:pt x="5080" y="81"/>
                </a:lnTo>
                <a:lnTo>
                  <a:pt x="465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1"/>
          <p:cNvSpPr/>
          <p:nvPr/>
        </p:nvSpPr>
        <p:spPr>
          <a:xfrm>
            <a:off x="1651051" y="1168868"/>
            <a:ext cx="398808" cy="678011"/>
          </a:xfrm>
          <a:custGeom>
            <a:avLst/>
            <a:gdLst/>
            <a:ahLst/>
            <a:cxnLst/>
            <a:rect l="l" t="t" r="r" b="b"/>
            <a:pathLst>
              <a:path w="3271" h="5561" extrusionOk="0">
                <a:moveTo>
                  <a:pt x="300" y="1"/>
                </a:moveTo>
                <a:lnTo>
                  <a:pt x="0" y="1150"/>
                </a:lnTo>
                <a:lnTo>
                  <a:pt x="1840" y="5560"/>
                </a:lnTo>
                <a:cubicBezTo>
                  <a:pt x="3270" y="2761"/>
                  <a:pt x="911" y="750"/>
                  <a:pt x="30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1"/>
          <p:cNvSpPr/>
          <p:nvPr/>
        </p:nvSpPr>
        <p:spPr>
          <a:xfrm>
            <a:off x="1722986" y="1153140"/>
            <a:ext cx="369425" cy="759577"/>
          </a:xfrm>
          <a:custGeom>
            <a:avLst/>
            <a:gdLst/>
            <a:ahLst/>
            <a:cxnLst/>
            <a:rect l="l" t="t" r="r" b="b"/>
            <a:pathLst>
              <a:path w="3030" h="6230" extrusionOk="0">
                <a:moveTo>
                  <a:pt x="76" y="1"/>
                </a:moveTo>
                <a:cubicBezTo>
                  <a:pt x="58" y="1"/>
                  <a:pt x="41" y="8"/>
                  <a:pt x="30" y="19"/>
                </a:cubicBezTo>
                <a:cubicBezTo>
                  <a:pt x="1" y="50"/>
                  <a:pt x="1" y="90"/>
                  <a:pt x="30" y="119"/>
                </a:cubicBezTo>
                <a:cubicBezTo>
                  <a:pt x="550" y="570"/>
                  <a:pt x="1250" y="1390"/>
                  <a:pt x="1641" y="2359"/>
                </a:cubicBezTo>
                <a:cubicBezTo>
                  <a:pt x="2170" y="3669"/>
                  <a:pt x="2070" y="4929"/>
                  <a:pt x="1341" y="6129"/>
                </a:cubicBezTo>
                <a:cubicBezTo>
                  <a:pt x="1321" y="6159"/>
                  <a:pt x="1330" y="6199"/>
                  <a:pt x="1361" y="6219"/>
                </a:cubicBezTo>
                <a:cubicBezTo>
                  <a:pt x="1381" y="6229"/>
                  <a:pt x="1390" y="6229"/>
                  <a:pt x="1401" y="6229"/>
                </a:cubicBezTo>
                <a:cubicBezTo>
                  <a:pt x="1421" y="6229"/>
                  <a:pt x="1441" y="6219"/>
                  <a:pt x="1461" y="6199"/>
                </a:cubicBezTo>
                <a:cubicBezTo>
                  <a:pt x="3030" y="3589"/>
                  <a:pt x="1361" y="1090"/>
                  <a:pt x="121" y="19"/>
                </a:cubicBezTo>
                <a:cubicBezTo>
                  <a:pt x="107" y="6"/>
                  <a:pt x="91" y="1"/>
                  <a:pt x="7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31"/>
          <p:cNvSpPr/>
          <p:nvPr/>
        </p:nvSpPr>
        <p:spPr>
          <a:xfrm>
            <a:off x="1818086" y="1042068"/>
            <a:ext cx="458551" cy="260061"/>
          </a:xfrm>
          <a:custGeom>
            <a:avLst/>
            <a:gdLst/>
            <a:ahLst/>
            <a:cxnLst/>
            <a:rect l="l" t="t" r="r" b="b"/>
            <a:pathLst>
              <a:path w="3761" h="2133" extrusionOk="0">
                <a:moveTo>
                  <a:pt x="3580" y="1"/>
                </a:moveTo>
                <a:lnTo>
                  <a:pt x="1" y="801"/>
                </a:lnTo>
                <a:cubicBezTo>
                  <a:pt x="1" y="801"/>
                  <a:pt x="1308" y="2132"/>
                  <a:pt x="2435" y="2132"/>
                </a:cubicBezTo>
                <a:cubicBezTo>
                  <a:pt x="2570" y="2132"/>
                  <a:pt x="2703" y="2113"/>
                  <a:pt x="2830" y="2070"/>
                </a:cubicBezTo>
                <a:cubicBezTo>
                  <a:pt x="3760" y="1750"/>
                  <a:pt x="3580" y="1"/>
                  <a:pt x="358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1"/>
          <p:cNvSpPr/>
          <p:nvPr/>
        </p:nvSpPr>
        <p:spPr>
          <a:xfrm>
            <a:off x="441693" y="1065233"/>
            <a:ext cx="1366751" cy="399784"/>
          </a:xfrm>
          <a:custGeom>
            <a:avLst/>
            <a:gdLst/>
            <a:ahLst/>
            <a:cxnLst/>
            <a:rect l="l" t="t" r="r" b="b"/>
            <a:pathLst>
              <a:path w="11210" h="3279" extrusionOk="0">
                <a:moveTo>
                  <a:pt x="300" y="0"/>
                </a:moveTo>
                <a:lnTo>
                  <a:pt x="0" y="631"/>
                </a:lnTo>
                <a:cubicBezTo>
                  <a:pt x="0" y="631"/>
                  <a:pt x="4490" y="2940"/>
                  <a:pt x="5550" y="3240"/>
                </a:cubicBezTo>
                <a:cubicBezTo>
                  <a:pt x="5643" y="3267"/>
                  <a:pt x="5789" y="3279"/>
                  <a:pt x="5976" y="3279"/>
                </a:cubicBezTo>
                <a:cubicBezTo>
                  <a:pt x="7268" y="3279"/>
                  <a:pt x="10494" y="2720"/>
                  <a:pt x="11210" y="2651"/>
                </a:cubicBezTo>
                <a:lnTo>
                  <a:pt x="10219" y="851"/>
                </a:lnTo>
                <a:lnTo>
                  <a:pt x="5840" y="2031"/>
                </a:lnTo>
                <a:cubicBezTo>
                  <a:pt x="4830" y="1320"/>
                  <a:pt x="300" y="0"/>
                  <a:pt x="3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1"/>
          <p:cNvSpPr/>
          <p:nvPr/>
        </p:nvSpPr>
        <p:spPr>
          <a:xfrm>
            <a:off x="244299" y="713972"/>
            <a:ext cx="287737" cy="428192"/>
          </a:xfrm>
          <a:custGeom>
            <a:avLst/>
            <a:gdLst/>
            <a:ahLst/>
            <a:cxnLst/>
            <a:rect l="l" t="t" r="r" b="b"/>
            <a:pathLst>
              <a:path w="2360" h="3512" extrusionOk="0">
                <a:moveTo>
                  <a:pt x="669" y="1"/>
                </a:moveTo>
                <a:cubicBezTo>
                  <a:pt x="455" y="1"/>
                  <a:pt x="0" y="1178"/>
                  <a:pt x="50" y="1512"/>
                </a:cubicBezTo>
                <a:cubicBezTo>
                  <a:pt x="110" y="1982"/>
                  <a:pt x="1619" y="3512"/>
                  <a:pt x="1619" y="3512"/>
                </a:cubicBezTo>
                <a:lnTo>
                  <a:pt x="2130" y="3341"/>
                </a:lnTo>
                <a:cubicBezTo>
                  <a:pt x="2130" y="3341"/>
                  <a:pt x="2359" y="1412"/>
                  <a:pt x="2030" y="1222"/>
                </a:cubicBezTo>
                <a:cubicBezTo>
                  <a:pt x="2013" y="1212"/>
                  <a:pt x="1997" y="1208"/>
                  <a:pt x="1980" y="1208"/>
                </a:cubicBezTo>
                <a:cubicBezTo>
                  <a:pt x="1841" y="1208"/>
                  <a:pt x="1699" y="1494"/>
                  <a:pt x="1593" y="1494"/>
                </a:cubicBezTo>
                <a:cubicBezTo>
                  <a:pt x="1588" y="1494"/>
                  <a:pt x="1584" y="1493"/>
                  <a:pt x="1579" y="1492"/>
                </a:cubicBezTo>
                <a:cubicBezTo>
                  <a:pt x="1330" y="1432"/>
                  <a:pt x="1050" y="62"/>
                  <a:pt x="680" y="2"/>
                </a:cubicBezTo>
                <a:cubicBezTo>
                  <a:pt x="676" y="1"/>
                  <a:pt x="673" y="1"/>
                  <a:pt x="66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1"/>
          <p:cNvSpPr/>
          <p:nvPr/>
        </p:nvSpPr>
        <p:spPr>
          <a:xfrm>
            <a:off x="472174" y="1062795"/>
            <a:ext cx="167156" cy="164717"/>
          </a:xfrm>
          <a:custGeom>
            <a:avLst/>
            <a:gdLst/>
            <a:ahLst/>
            <a:cxnLst/>
            <a:rect l="l" t="t" r="r" b="b"/>
            <a:pathLst>
              <a:path w="1371" h="1351" extrusionOk="0">
                <a:moveTo>
                  <a:pt x="321" y="0"/>
                </a:moveTo>
                <a:lnTo>
                  <a:pt x="1" y="891"/>
                </a:lnTo>
                <a:lnTo>
                  <a:pt x="941" y="1351"/>
                </a:lnTo>
                <a:lnTo>
                  <a:pt x="1370" y="300"/>
                </a:lnTo>
                <a:lnTo>
                  <a:pt x="32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1"/>
          <p:cNvSpPr/>
          <p:nvPr/>
        </p:nvSpPr>
        <p:spPr>
          <a:xfrm>
            <a:off x="1827840" y="689709"/>
            <a:ext cx="380520" cy="515854"/>
          </a:xfrm>
          <a:custGeom>
            <a:avLst/>
            <a:gdLst/>
            <a:ahLst/>
            <a:cxnLst/>
            <a:rect l="l" t="t" r="r" b="b"/>
            <a:pathLst>
              <a:path w="3121" h="4231" extrusionOk="0">
                <a:moveTo>
                  <a:pt x="1140" y="1"/>
                </a:moveTo>
                <a:lnTo>
                  <a:pt x="50" y="941"/>
                </a:lnTo>
                <a:lnTo>
                  <a:pt x="1" y="1381"/>
                </a:lnTo>
                <a:lnTo>
                  <a:pt x="1060" y="4231"/>
                </a:lnTo>
                <a:lnTo>
                  <a:pt x="3120" y="3520"/>
                </a:lnTo>
                <a:lnTo>
                  <a:pt x="11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1"/>
          <p:cNvSpPr/>
          <p:nvPr/>
        </p:nvSpPr>
        <p:spPr>
          <a:xfrm>
            <a:off x="1961956" y="769081"/>
            <a:ext cx="197636" cy="262133"/>
          </a:xfrm>
          <a:custGeom>
            <a:avLst/>
            <a:gdLst/>
            <a:ahLst/>
            <a:cxnLst/>
            <a:rect l="l" t="t" r="r" b="b"/>
            <a:pathLst>
              <a:path w="1621" h="2150" extrusionOk="0">
                <a:moveTo>
                  <a:pt x="400" y="0"/>
                </a:moveTo>
                <a:cubicBezTo>
                  <a:pt x="0" y="160"/>
                  <a:pt x="170" y="1020"/>
                  <a:pt x="170" y="1020"/>
                </a:cubicBezTo>
                <a:lnTo>
                  <a:pt x="1620" y="2150"/>
                </a:lnTo>
                <a:lnTo>
                  <a:pt x="40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1"/>
          <p:cNvSpPr/>
          <p:nvPr/>
        </p:nvSpPr>
        <p:spPr>
          <a:xfrm>
            <a:off x="1697382" y="516578"/>
            <a:ext cx="529144" cy="407343"/>
          </a:xfrm>
          <a:custGeom>
            <a:avLst/>
            <a:gdLst/>
            <a:ahLst/>
            <a:cxnLst/>
            <a:rect l="l" t="t" r="r" b="b"/>
            <a:pathLst>
              <a:path w="4340" h="3341" extrusionOk="0">
                <a:moveTo>
                  <a:pt x="1597" y="1"/>
                </a:moveTo>
                <a:cubicBezTo>
                  <a:pt x="1210" y="1"/>
                  <a:pt x="828" y="59"/>
                  <a:pt x="620" y="251"/>
                </a:cubicBezTo>
                <a:cubicBezTo>
                  <a:pt x="251" y="601"/>
                  <a:pt x="0" y="1261"/>
                  <a:pt x="251" y="1741"/>
                </a:cubicBezTo>
                <a:cubicBezTo>
                  <a:pt x="500" y="2251"/>
                  <a:pt x="1720" y="2731"/>
                  <a:pt x="1720" y="2731"/>
                </a:cubicBezTo>
                <a:lnTo>
                  <a:pt x="2270" y="3341"/>
                </a:lnTo>
                <a:lnTo>
                  <a:pt x="3800" y="3261"/>
                </a:lnTo>
                <a:lnTo>
                  <a:pt x="4340" y="2891"/>
                </a:lnTo>
                <a:lnTo>
                  <a:pt x="3870" y="1441"/>
                </a:lnTo>
                <a:lnTo>
                  <a:pt x="4080" y="1291"/>
                </a:lnTo>
                <a:lnTo>
                  <a:pt x="3330" y="711"/>
                </a:lnTo>
                <a:lnTo>
                  <a:pt x="2810" y="141"/>
                </a:lnTo>
                <a:cubicBezTo>
                  <a:pt x="2810" y="141"/>
                  <a:pt x="2197" y="1"/>
                  <a:pt x="159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1"/>
          <p:cNvSpPr/>
          <p:nvPr/>
        </p:nvSpPr>
        <p:spPr>
          <a:xfrm>
            <a:off x="1557170" y="460737"/>
            <a:ext cx="458551" cy="323582"/>
          </a:xfrm>
          <a:custGeom>
            <a:avLst/>
            <a:gdLst/>
            <a:ahLst/>
            <a:cxnLst/>
            <a:rect l="l" t="t" r="r" b="b"/>
            <a:pathLst>
              <a:path w="3761" h="2654" extrusionOk="0">
                <a:moveTo>
                  <a:pt x="2917" y="1"/>
                </a:moveTo>
                <a:cubicBezTo>
                  <a:pt x="1661" y="1"/>
                  <a:pt x="1" y="2119"/>
                  <a:pt x="1" y="2119"/>
                </a:cubicBezTo>
                <a:cubicBezTo>
                  <a:pt x="1" y="2119"/>
                  <a:pt x="435" y="2653"/>
                  <a:pt x="831" y="2653"/>
                </a:cubicBezTo>
                <a:cubicBezTo>
                  <a:pt x="851" y="2653"/>
                  <a:pt x="871" y="2652"/>
                  <a:pt x="890" y="2649"/>
                </a:cubicBezTo>
                <a:cubicBezTo>
                  <a:pt x="1183" y="2606"/>
                  <a:pt x="1297" y="2462"/>
                  <a:pt x="1429" y="2462"/>
                </a:cubicBezTo>
                <a:cubicBezTo>
                  <a:pt x="1482" y="2462"/>
                  <a:pt x="1538" y="2486"/>
                  <a:pt x="1610" y="2549"/>
                </a:cubicBezTo>
                <a:lnTo>
                  <a:pt x="3760" y="479"/>
                </a:lnTo>
                <a:cubicBezTo>
                  <a:pt x="3528" y="137"/>
                  <a:pt x="3235" y="1"/>
                  <a:pt x="291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31"/>
          <p:cNvSpPr/>
          <p:nvPr/>
        </p:nvSpPr>
        <p:spPr>
          <a:xfrm>
            <a:off x="1807113" y="670201"/>
            <a:ext cx="147648" cy="285421"/>
          </a:xfrm>
          <a:custGeom>
            <a:avLst/>
            <a:gdLst/>
            <a:ahLst/>
            <a:cxnLst/>
            <a:rect l="l" t="t" r="r" b="b"/>
            <a:pathLst>
              <a:path w="1211" h="2341" extrusionOk="0">
                <a:moveTo>
                  <a:pt x="751" y="1"/>
                </a:moveTo>
                <a:lnTo>
                  <a:pt x="0" y="1311"/>
                </a:lnTo>
                <a:lnTo>
                  <a:pt x="471" y="2341"/>
                </a:lnTo>
                <a:lnTo>
                  <a:pt x="551" y="1281"/>
                </a:lnTo>
                <a:lnTo>
                  <a:pt x="820" y="1231"/>
                </a:lnTo>
                <a:lnTo>
                  <a:pt x="1210" y="911"/>
                </a:lnTo>
                <a:lnTo>
                  <a:pt x="75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>
            <a:off x="1749809" y="506824"/>
            <a:ext cx="329313" cy="323338"/>
          </a:xfrm>
          <a:custGeom>
            <a:avLst/>
            <a:gdLst/>
            <a:ahLst/>
            <a:cxnLst/>
            <a:rect l="l" t="t" r="r" b="b"/>
            <a:pathLst>
              <a:path w="2701" h="2652" extrusionOk="0">
                <a:moveTo>
                  <a:pt x="2230" y="1"/>
                </a:moveTo>
                <a:lnTo>
                  <a:pt x="1" y="2171"/>
                </a:lnTo>
                <a:lnTo>
                  <a:pt x="470" y="2651"/>
                </a:lnTo>
                <a:lnTo>
                  <a:pt x="2700" y="481"/>
                </a:lnTo>
                <a:lnTo>
                  <a:pt x="223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>
            <a:off x="1810893" y="758596"/>
            <a:ext cx="148258" cy="96685"/>
          </a:xfrm>
          <a:custGeom>
            <a:avLst/>
            <a:gdLst/>
            <a:ahLst/>
            <a:cxnLst/>
            <a:rect l="l" t="t" r="r" b="b"/>
            <a:pathLst>
              <a:path w="1216" h="793" extrusionOk="0">
                <a:moveTo>
                  <a:pt x="301" y="0"/>
                </a:moveTo>
                <a:cubicBezTo>
                  <a:pt x="1" y="0"/>
                  <a:pt x="164" y="517"/>
                  <a:pt x="469" y="686"/>
                </a:cubicBezTo>
                <a:cubicBezTo>
                  <a:pt x="600" y="761"/>
                  <a:pt x="720" y="793"/>
                  <a:pt x="817" y="793"/>
                </a:cubicBezTo>
                <a:cubicBezTo>
                  <a:pt x="1139" y="793"/>
                  <a:pt x="1215" y="444"/>
                  <a:pt x="609" y="106"/>
                </a:cubicBezTo>
                <a:cubicBezTo>
                  <a:pt x="475" y="31"/>
                  <a:pt x="374" y="0"/>
                  <a:pt x="3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31"/>
          <p:cNvGrpSpPr/>
          <p:nvPr/>
        </p:nvGrpSpPr>
        <p:grpSpPr>
          <a:xfrm rot="-201321">
            <a:off x="300504" y="474768"/>
            <a:ext cx="604389" cy="604468"/>
            <a:chOff x="5866975" y="1985425"/>
            <a:chExt cx="464225" cy="464250"/>
          </a:xfrm>
        </p:grpSpPr>
        <p:sp>
          <p:nvSpPr>
            <p:cNvPr id="389" name="Google Shape;389;p31"/>
            <p:cNvSpPr/>
            <p:nvPr/>
          </p:nvSpPr>
          <p:spPr>
            <a:xfrm>
              <a:off x="5866975" y="1985425"/>
              <a:ext cx="464225" cy="464250"/>
            </a:xfrm>
            <a:custGeom>
              <a:avLst/>
              <a:gdLst/>
              <a:ahLst/>
              <a:cxnLst/>
              <a:rect l="l" t="t" r="r" b="b"/>
              <a:pathLst>
                <a:path w="18569" h="18570" extrusionOk="0">
                  <a:moveTo>
                    <a:pt x="9290" y="1"/>
                  </a:moveTo>
                  <a:cubicBezTo>
                    <a:pt x="6590" y="1"/>
                    <a:pt x="4160" y="1151"/>
                    <a:pt x="2470" y="2991"/>
                  </a:cubicBezTo>
                  <a:cubicBezTo>
                    <a:pt x="2290" y="3180"/>
                    <a:pt x="2120" y="3380"/>
                    <a:pt x="1960" y="3580"/>
                  </a:cubicBezTo>
                  <a:cubicBezTo>
                    <a:pt x="740" y="5151"/>
                    <a:pt x="0" y="7130"/>
                    <a:pt x="0" y="9280"/>
                  </a:cubicBezTo>
                  <a:lnTo>
                    <a:pt x="0" y="9310"/>
                  </a:lnTo>
                  <a:cubicBezTo>
                    <a:pt x="0" y="9500"/>
                    <a:pt x="11" y="9700"/>
                    <a:pt x="31" y="9900"/>
                  </a:cubicBezTo>
                  <a:cubicBezTo>
                    <a:pt x="171" y="12110"/>
                    <a:pt x="1090" y="14110"/>
                    <a:pt x="2510" y="15619"/>
                  </a:cubicBezTo>
                  <a:cubicBezTo>
                    <a:pt x="2700" y="15829"/>
                    <a:pt x="2900" y="16029"/>
                    <a:pt x="3120" y="16219"/>
                  </a:cubicBezTo>
                  <a:cubicBezTo>
                    <a:pt x="4760" y="17679"/>
                    <a:pt x="6919" y="18569"/>
                    <a:pt x="9290" y="18569"/>
                  </a:cubicBezTo>
                  <a:cubicBezTo>
                    <a:pt x="10379" y="18569"/>
                    <a:pt x="11429" y="18379"/>
                    <a:pt x="12409" y="18029"/>
                  </a:cubicBezTo>
                  <a:cubicBezTo>
                    <a:pt x="12609" y="17959"/>
                    <a:pt x="12799" y="17879"/>
                    <a:pt x="12999" y="17789"/>
                  </a:cubicBezTo>
                  <a:cubicBezTo>
                    <a:pt x="14549" y="17119"/>
                    <a:pt x="15869" y="16029"/>
                    <a:pt x="16838" y="14670"/>
                  </a:cubicBezTo>
                  <a:cubicBezTo>
                    <a:pt x="16958" y="14510"/>
                    <a:pt x="17069" y="14350"/>
                    <a:pt x="17178" y="14179"/>
                  </a:cubicBezTo>
                  <a:cubicBezTo>
                    <a:pt x="17958" y="12919"/>
                    <a:pt x="18449" y="11459"/>
                    <a:pt x="18549" y="9900"/>
                  </a:cubicBezTo>
                  <a:cubicBezTo>
                    <a:pt x="18558" y="9700"/>
                    <a:pt x="18569" y="9500"/>
                    <a:pt x="18569" y="9310"/>
                  </a:cubicBezTo>
                  <a:lnTo>
                    <a:pt x="18569" y="9280"/>
                  </a:lnTo>
                  <a:cubicBezTo>
                    <a:pt x="18569" y="7670"/>
                    <a:pt x="18158" y="6150"/>
                    <a:pt x="17429" y="4831"/>
                  </a:cubicBezTo>
                  <a:cubicBezTo>
                    <a:pt x="17329" y="4651"/>
                    <a:pt x="17229" y="4480"/>
                    <a:pt x="17118" y="4311"/>
                  </a:cubicBezTo>
                  <a:cubicBezTo>
                    <a:pt x="16138" y="2760"/>
                    <a:pt x="14699" y="1521"/>
                    <a:pt x="12999" y="781"/>
                  </a:cubicBezTo>
                  <a:cubicBezTo>
                    <a:pt x="12799" y="691"/>
                    <a:pt x="12609" y="611"/>
                    <a:pt x="12409" y="541"/>
                  </a:cubicBezTo>
                  <a:cubicBezTo>
                    <a:pt x="11429" y="191"/>
                    <a:pt x="10379" y="1"/>
                    <a:pt x="9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1"/>
            <p:cNvSpPr/>
            <p:nvPr/>
          </p:nvSpPr>
          <p:spPr>
            <a:xfrm>
              <a:off x="5866975" y="1998925"/>
              <a:ext cx="464225" cy="437250"/>
            </a:xfrm>
            <a:custGeom>
              <a:avLst/>
              <a:gdLst/>
              <a:ahLst/>
              <a:cxnLst/>
              <a:rect l="l" t="t" r="r" b="b"/>
              <a:pathLst>
                <a:path w="18569" h="17490" extrusionOk="0">
                  <a:moveTo>
                    <a:pt x="12409" y="1"/>
                  </a:moveTo>
                  <a:lnTo>
                    <a:pt x="12409" y="8770"/>
                  </a:lnTo>
                  <a:lnTo>
                    <a:pt x="10989" y="8770"/>
                  </a:lnTo>
                  <a:cubicBezTo>
                    <a:pt x="10829" y="5250"/>
                    <a:pt x="7930" y="2451"/>
                    <a:pt x="4380" y="2451"/>
                  </a:cubicBezTo>
                  <a:lnTo>
                    <a:pt x="2470" y="2451"/>
                  </a:lnTo>
                  <a:cubicBezTo>
                    <a:pt x="2290" y="2640"/>
                    <a:pt x="2120" y="2840"/>
                    <a:pt x="1960" y="3040"/>
                  </a:cubicBezTo>
                  <a:lnTo>
                    <a:pt x="4380" y="3040"/>
                  </a:lnTo>
                  <a:cubicBezTo>
                    <a:pt x="7599" y="3040"/>
                    <a:pt x="10239" y="5580"/>
                    <a:pt x="10389" y="8770"/>
                  </a:cubicBezTo>
                  <a:lnTo>
                    <a:pt x="0" y="8770"/>
                  </a:lnTo>
                  <a:cubicBezTo>
                    <a:pt x="0" y="8960"/>
                    <a:pt x="11" y="9160"/>
                    <a:pt x="31" y="9360"/>
                  </a:cubicBezTo>
                  <a:lnTo>
                    <a:pt x="10389" y="9360"/>
                  </a:lnTo>
                  <a:cubicBezTo>
                    <a:pt x="10239" y="12539"/>
                    <a:pt x="7599" y="15079"/>
                    <a:pt x="4380" y="15079"/>
                  </a:cubicBezTo>
                  <a:lnTo>
                    <a:pt x="2510" y="15079"/>
                  </a:lnTo>
                  <a:cubicBezTo>
                    <a:pt x="2700" y="15289"/>
                    <a:pt x="2900" y="15489"/>
                    <a:pt x="3120" y="15679"/>
                  </a:cubicBezTo>
                  <a:lnTo>
                    <a:pt x="4380" y="15679"/>
                  </a:lnTo>
                  <a:cubicBezTo>
                    <a:pt x="7930" y="15679"/>
                    <a:pt x="10829" y="12870"/>
                    <a:pt x="10989" y="9360"/>
                  </a:cubicBezTo>
                  <a:lnTo>
                    <a:pt x="12409" y="9360"/>
                  </a:lnTo>
                  <a:lnTo>
                    <a:pt x="12409" y="17489"/>
                  </a:lnTo>
                  <a:cubicBezTo>
                    <a:pt x="12609" y="17419"/>
                    <a:pt x="12799" y="17339"/>
                    <a:pt x="12999" y="17249"/>
                  </a:cubicBezTo>
                  <a:lnTo>
                    <a:pt x="12999" y="9360"/>
                  </a:lnTo>
                  <a:lnTo>
                    <a:pt x="14479" y="9360"/>
                  </a:lnTo>
                  <a:cubicBezTo>
                    <a:pt x="14559" y="11270"/>
                    <a:pt x="15469" y="12979"/>
                    <a:pt x="16838" y="14130"/>
                  </a:cubicBezTo>
                  <a:cubicBezTo>
                    <a:pt x="16958" y="13970"/>
                    <a:pt x="17069" y="13810"/>
                    <a:pt x="17178" y="13639"/>
                  </a:cubicBezTo>
                  <a:cubicBezTo>
                    <a:pt x="15958" y="12590"/>
                    <a:pt x="15158" y="11070"/>
                    <a:pt x="15069" y="9360"/>
                  </a:cubicBezTo>
                  <a:lnTo>
                    <a:pt x="18549" y="9360"/>
                  </a:lnTo>
                  <a:cubicBezTo>
                    <a:pt x="18558" y="9160"/>
                    <a:pt x="18569" y="8960"/>
                    <a:pt x="18569" y="8770"/>
                  </a:cubicBezTo>
                  <a:lnTo>
                    <a:pt x="15069" y="8770"/>
                  </a:lnTo>
                  <a:cubicBezTo>
                    <a:pt x="15158" y="6940"/>
                    <a:pt x="16069" y="5330"/>
                    <a:pt x="17429" y="4291"/>
                  </a:cubicBezTo>
                  <a:cubicBezTo>
                    <a:pt x="17329" y="4111"/>
                    <a:pt x="17229" y="3940"/>
                    <a:pt x="17118" y="3771"/>
                  </a:cubicBezTo>
                  <a:cubicBezTo>
                    <a:pt x="15589" y="4920"/>
                    <a:pt x="14569" y="6730"/>
                    <a:pt x="14479" y="8770"/>
                  </a:cubicBezTo>
                  <a:lnTo>
                    <a:pt x="12999" y="8770"/>
                  </a:lnTo>
                  <a:lnTo>
                    <a:pt x="12999" y="241"/>
                  </a:lnTo>
                  <a:cubicBezTo>
                    <a:pt x="12799" y="151"/>
                    <a:pt x="12609" y="71"/>
                    <a:pt x="124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1"/>
            <p:cNvSpPr/>
            <p:nvPr/>
          </p:nvSpPr>
          <p:spPr>
            <a:xfrm>
              <a:off x="6192200" y="2429650"/>
              <a:ext cx="1250" cy="525"/>
            </a:xfrm>
            <a:custGeom>
              <a:avLst/>
              <a:gdLst/>
              <a:ahLst/>
              <a:cxnLst/>
              <a:rect l="l" t="t" r="r" b="b"/>
              <a:pathLst>
                <a:path w="50" h="21" extrusionOk="0">
                  <a:moveTo>
                    <a:pt x="0" y="20"/>
                  </a:moveTo>
                  <a:lnTo>
                    <a:pt x="0" y="20"/>
                  </a:lnTo>
                  <a:lnTo>
                    <a:pt x="0" y="20"/>
                  </a:lnTo>
                  <a:close/>
                  <a:moveTo>
                    <a:pt x="10" y="10"/>
                  </a:moveTo>
                  <a:lnTo>
                    <a:pt x="10" y="20"/>
                  </a:lnTo>
                  <a:lnTo>
                    <a:pt x="10" y="10"/>
                  </a:lnTo>
                  <a:close/>
                  <a:moveTo>
                    <a:pt x="50" y="0"/>
                  </a:moveTo>
                  <a:lnTo>
                    <a:pt x="50" y="0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1"/>
            <p:cNvSpPr/>
            <p:nvPr/>
          </p:nvSpPr>
          <p:spPr>
            <a:xfrm>
              <a:off x="5866975" y="2074925"/>
              <a:ext cx="392475" cy="374750"/>
            </a:xfrm>
            <a:custGeom>
              <a:avLst/>
              <a:gdLst/>
              <a:ahLst/>
              <a:cxnLst/>
              <a:rect l="l" t="t" r="r" b="b"/>
              <a:pathLst>
                <a:path w="15699" h="14990" extrusionOk="0">
                  <a:moveTo>
                    <a:pt x="1960" y="0"/>
                  </a:moveTo>
                  <a:cubicBezTo>
                    <a:pt x="740" y="1571"/>
                    <a:pt x="0" y="3550"/>
                    <a:pt x="0" y="5700"/>
                  </a:cubicBezTo>
                  <a:lnTo>
                    <a:pt x="0" y="5730"/>
                  </a:lnTo>
                  <a:lnTo>
                    <a:pt x="2650" y="5730"/>
                  </a:lnTo>
                  <a:cubicBezTo>
                    <a:pt x="2280" y="4750"/>
                    <a:pt x="2050" y="3700"/>
                    <a:pt x="1980" y="2610"/>
                  </a:cubicBezTo>
                  <a:cubicBezTo>
                    <a:pt x="1960" y="2380"/>
                    <a:pt x="1950" y="2140"/>
                    <a:pt x="1950" y="1910"/>
                  </a:cubicBezTo>
                  <a:lnTo>
                    <a:pt x="1950" y="1890"/>
                  </a:lnTo>
                  <a:cubicBezTo>
                    <a:pt x="1950" y="1240"/>
                    <a:pt x="2010" y="611"/>
                    <a:pt x="2120" y="0"/>
                  </a:cubicBezTo>
                  <a:close/>
                  <a:moveTo>
                    <a:pt x="31" y="6320"/>
                  </a:moveTo>
                  <a:cubicBezTo>
                    <a:pt x="171" y="8530"/>
                    <a:pt x="1090" y="10530"/>
                    <a:pt x="2510" y="12039"/>
                  </a:cubicBezTo>
                  <a:lnTo>
                    <a:pt x="4380" y="12039"/>
                  </a:lnTo>
                  <a:cubicBezTo>
                    <a:pt x="5440" y="12039"/>
                    <a:pt x="6439" y="11769"/>
                    <a:pt x="7310" y="11279"/>
                  </a:cubicBezTo>
                  <a:cubicBezTo>
                    <a:pt x="6699" y="10919"/>
                    <a:pt x="6130" y="10499"/>
                    <a:pt x="5610" y="10030"/>
                  </a:cubicBezTo>
                  <a:cubicBezTo>
                    <a:pt x="5360" y="9810"/>
                    <a:pt x="5120" y="9579"/>
                    <a:pt x="4890" y="9339"/>
                  </a:cubicBezTo>
                  <a:cubicBezTo>
                    <a:pt x="4070" y="8459"/>
                    <a:pt x="3390" y="7440"/>
                    <a:pt x="2890" y="6320"/>
                  </a:cubicBezTo>
                  <a:close/>
                  <a:moveTo>
                    <a:pt x="15698" y="12419"/>
                  </a:moveTo>
                  <a:lnTo>
                    <a:pt x="15698" y="12419"/>
                  </a:lnTo>
                  <a:cubicBezTo>
                    <a:pt x="14829" y="12649"/>
                    <a:pt x="13929" y="12779"/>
                    <a:pt x="12999" y="12789"/>
                  </a:cubicBezTo>
                  <a:lnTo>
                    <a:pt x="12999" y="14209"/>
                  </a:lnTo>
                  <a:lnTo>
                    <a:pt x="13019" y="14209"/>
                  </a:lnTo>
                  <a:lnTo>
                    <a:pt x="13019" y="14199"/>
                  </a:lnTo>
                  <a:cubicBezTo>
                    <a:pt x="13039" y="14199"/>
                    <a:pt x="13049" y="14189"/>
                    <a:pt x="13059" y="14189"/>
                  </a:cubicBezTo>
                  <a:cubicBezTo>
                    <a:pt x="14039" y="13749"/>
                    <a:pt x="14929" y="13149"/>
                    <a:pt x="15698" y="12419"/>
                  </a:cubicBezTo>
                  <a:close/>
                  <a:moveTo>
                    <a:pt x="7919" y="11609"/>
                  </a:moveTo>
                  <a:cubicBezTo>
                    <a:pt x="6890" y="12259"/>
                    <a:pt x="5680" y="12639"/>
                    <a:pt x="4380" y="12639"/>
                  </a:cubicBezTo>
                  <a:lnTo>
                    <a:pt x="3120" y="12639"/>
                  </a:lnTo>
                  <a:cubicBezTo>
                    <a:pt x="4760" y="14099"/>
                    <a:pt x="6919" y="14989"/>
                    <a:pt x="9290" y="14989"/>
                  </a:cubicBezTo>
                  <a:cubicBezTo>
                    <a:pt x="10379" y="14989"/>
                    <a:pt x="11429" y="14799"/>
                    <a:pt x="12409" y="14449"/>
                  </a:cubicBezTo>
                  <a:lnTo>
                    <a:pt x="12409" y="12779"/>
                  </a:lnTo>
                  <a:cubicBezTo>
                    <a:pt x="10789" y="12719"/>
                    <a:pt x="9270" y="12299"/>
                    <a:pt x="7919" y="116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1"/>
            <p:cNvSpPr/>
            <p:nvPr/>
          </p:nvSpPr>
          <p:spPr>
            <a:xfrm>
              <a:off x="5866975" y="2068925"/>
              <a:ext cx="324975" cy="367250"/>
            </a:xfrm>
            <a:custGeom>
              <a:avLst/>
              <a:gdLst/>
              <a:ahLst/>
              <a:cxnLst/>
              <a:rect l="l" t="t" r="r" b="b"/>
              <a:pathLst>
                <a:path w="12999" h="14690" extrusionOk="0">
                  <a:moveTo>
                    <a:pt x="2160" y="0"/>
                  </a:moveTo>
                  <a:lnTo>
                    <a:pt x="2160" y="0"/>
                  </a:lnTo>
                  <a:cubicBezTo>
                    <a:pt x="2090" y="80"/>
                    <a:pt x="2030" y="160"/>
                    <a:pt x="1960" y="240"/>
                  </a:cubicBezTo>
                  <a:lnTo>
                    <a:pt x="2120" y="240"/>
                  </a:lnTo>
                  <a:cubicBezTo>
                    <a:pt x="2130" y="160"/>
                    <a:pt x="2150" y="80"/>
                    <a:pt x="2160" y="0"/>
                  </a:cubicBezTo>
                  <a:close/>
                  <a:moveTo>
                    <a:pt x="0" y="5970"/>
                  </a:moveTo>
                  <a:cubicBezTo>
                    <a:pt x="0" y="6160"/>
                    <a:pt x="11" y="6360"/>
                    <a:pt x="31" y="6560"/>
                  </a:cubicBezTo>
                  <a:lnTo>
                    <a:pt x="2890" y="6560"/>
                  </a:lnTo>
                  <a:cubicBezTo>
                    <a:pt x="2800" y="6360"/>
                    <a:pt x="2720" y="6170"/>
                    <a:pt x="2650" y="5970"/>
                  </a:cubicBezTo>
                  <a:close/>
                  <a:moveTo>
                    <a:pt x="7310" y="11519"/>
                  </a:moveTo>
                  <a:cubicBezTo>
                    <a:pt x="6439" y="12009"/>
                    <a:pt x="5440" y="12279"/>
                    <a:pt x="4380" y="12279"/>
                  </a:cubicBezTo>
                  <a:lnTo>
                    <a:pt x="2510" y="12279"/>
                  </a:lnTo>
                  <a:cubicBezTo>
                    <a:pt x="2700" y="12489"/>
                    <a:pt x="2900" y="12689"/>
                    <a:pt x="3120" y="12879"/>
                  </a:cubicBezTo>
                  <a:lnTo>
                    <a:pt x="4380" y="12879"/>
                  </a:lnTo>
                  <a:cubicBezTo>
                    <a:pt x="5680" y="12879"/>
                    <a:pt x="6890" y="12499"/>
                    <a:pt x="7919" y="11849"/>
                  </a:cubicBezTo>
                  <a:cubicBezTo>
                    <a:pt x="7710" y="11749"/>
                    <a:pt x="7510" y="11639"/>
                    <a:pt x="7310" y="11519"/>
                  </a:cubicBezTo>
                  <a:close/>
                  <a:moveTo>
                    <a:pt x="12409" y="13019"/>
                  </a:moveTo>
                  <a:lnTo>
                    <a:pt x="12409" y="14689"/>
                  </a:lnTo>
                  <a:cubicBezTo>
                    <a:pt x="12609" y="14619"/>
                    <a:pt x="12799" y="14539"/>
                    <a:pt x="12999" y="14449"/>
                  </a:cubicBezTo>
                  <a:lnTo>
                    <a:pt x="12999" y="13029"/>
                  </a:lnTo>
                  <a:lnTo>
                    <a:pt x="12859" y="13029"/>
                  </a:lnTo>
                  <a:cubicBezTo>
                    <a:pt x="12709" y="13029"/>
                    <a:pt x="12559" y="13029"/>
                    <a:pt x="12409" y="130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" name="Google Shape;394;p31"/>
          <p:cNvSpPr txBox="1">
            <a:spLocks noGrp="1"/>
          </p:cNvSpPr>
          <p:nvPr>
            <p:ph type="title"/>
          </p:nvPr>
        </p:nvSpPr>
        <p:spPr>
          <a:xfrm>
            <a:off x="4081447" y="475146"/>
            <a:ext cx="4526582" cy="7244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Aft>
                <a:spcPts val="1600"/>
              </a:spcAft>
              <a:buSzPts val="1100"/>
            </a:pPr>
            <a:r>
              <a:rPr lang="en-US" sz="6000" dirty="0"/>
              <a:t>Technologies</a:t>
            </a:r>
            <a:endParaRPr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90DA1-1D61-785F-AD77-B14046C33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7802" y="4051913"/>
            <a:ext cx="241897" cy="3171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683DE-A747-0303-6228-23E53CD0C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804" y="1142164"/>
            <a:ext cx="1312903" cy="1222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64D384-E1B7-53D5-44B4-D7FF3791A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691" y="1096405"/>
            <a:ext cx="1219790" cy="12884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1ABF83-FE5A-6E8E-B0AC-788AA4650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630" y="1153140"/>
            <a:ext cx="1252399" cy="12886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22408D-2C7E-5322-75A8-6DB4668C87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6829" y="2453449"/>
            <a:ext cx="1422312" cy="14223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C963BB-F55D-632F-9EA4-67304BAEFC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0308" y="2516062"/>
            <a:ext cx="1314067" cy="14793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24360E-32C2-EC9A-BD1F-A548C927D1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6750" y="2536838"/>
            <a:ext cx="1461671" cy="14616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BECC64-7CA3-1FFA-F7A4-246B7CD82E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4873" y="4041955"/>
            <a:ext cx="1101545" cy="1101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44"/>
          <p:cNvSpPr txBox="1">
            <a:spLocks noGrp="1"/>
          </p:cNvSpPr>
          <p:nvPr>
            <p:ph type="title"/>
          </p:nvPr>
        </p:nvSpPr>
        <p:spPr>
          <a:xfrm>
            <a:off x="399795" y="2113541"/>
            <a:ext cx="6270300" cy="11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Now let’s go to the application!</a:t>
            </a:r>
            <a:endParaRPr dirty="0"/>
          </a:p>
        </p:txBody>
      </p:sp>
      <p:sp>
        <p:nvSpPr>
          <p:cNvPr id="1045" name="Google Shape;1045;p44"/>
          <p:cNvSpPr txBox="1">
            <a:spLocks noGrp="1"/>
          </p:cNvSpPr>
          <p:nvPr>
            <p:ph type="subTitle" idx="1"/>
          </p:nvPr>
        </p:nvSpPr>
        <p:spPr>
          <a:xfrm>
            <a:off x="720000" y="3216575"/>
            <a:ext cx="62703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46" name="Google Shape;1046;p44"/>
          <p:cNvGrpSpPr/>
          <p:nvPr/>
        </p:nvGrpSpPr>
        <p:grpSpPr>
          <a:xfrm>
            <a:off x="6756810" y="1268503"/>
            <a:ext cx="2387466" cy="3811065"/>
            <a:chOff x="6756810" y="1268503"/>
            <a:chExt cx="2387466" cy="3811065"/>
          </a:xfrm>
        </p:grpSpPr>
        <p:sp>
          <p:nvSpPr>
            <p:cNvPr id="1047" name="Google Shape;1047;p44"/>
            <p:cNvSpPr/>
            <p:nvPr/>
          </p:nvSpPr>
          <p:spPr>
            <a:xfrm flipH="1">
              <a:off x="6756810" y="2098059"/>
              <a:ext cx="670983" cy="588900"/>
            </a:xfrm>
            <a:custGeom>
              <a:avLst/>
              <a:gdLst/>
              <a:ahLst/>
              <a:cxnLst/>
              <a:rect l="l" t="t" r="r" b="b"/>
              <a:pathLst>
                <a:path w="6000" h="5266" extrusionOk="0">
                  <a:moveTo>
                    <a:pt x="5540" y="1"/>
                  </a:moveTo>
                  <a:cubicBezTo>
                    <a:pt x="5360" y="1"/>
                    <a:pt x="4451" y="967"/>
                    <a:pt x="4260" y="1226"/>
                  </a:cubicBezTo>
                  <a:cubicBezTo>
                    <a:pt x="4183" y="1330"/>
                    <a:pt x="4116" y="1372"/>
                    <a:pt x="4067" y="1372"/>
                  </a:cubicBezTo>
                  <a:cubicBezTo>
                    <a:pt x="3987" y="1372"/>
                    <a:pt x="3952" y="1265"/>
                    <a:pt x="3989" y="1136"/>
                  </a:cubicBezTo>
                  <a:cubicBezTo>
                    <a:pt x="4047" y="932"/>
                    <a:pt x="3880" y="324"/>
                    <a:pt x="3724" y="324"/>
                  </a:cubicBezTo>
                  <a:cubicBezTo>
                    <a:pt x="3719" y="324"/>
                    <a:pt x="3714" y="325"/>
                    <a:pt x="3709" y="326"/>
                  </a:cubicBezTo>
                  <a:cubicBezTo>
                    <a:pt x="3560" y="376"/>
                    <a:pt x="3740" y="756"/>
                    <a:pt x="3549" y="1056"/>
                  </a:cubicBezTo>
                  <a:cubicBezTo>
                    <a:pt x="3349" y="1366"/>
                    <a:pt x="3260" y="2286"/>
                    <a:pt x="3100" y="2446"/>
                  </a:cubicBezTo>
                  <a:cubicBezTo>
                    <a:pt x="3029" y="2516"/>
                    <a:pt x="2740" y="2626"/>
                    <a:pt x="2460" y="2726"/>
                  </a:cubicBezTo>
                  <a:cubicBezTo>
                    <a:pt x="2169" y="2816"/>
                    <a:pt x="1900" y="2896"/>
                    <a:pt x="1900" y="2896"/>
                  </a:cubicBezTo>
                  <a:lnTo>
                    <a:pt x="970" y="4066"/>
                  </a:lnTo>
                  <a:lnTo>
                    <a:pt x="0" y="5266"/>
                  </a:lnTo>
                  <a:cubicBezTo>
                    <a:pt x="210" y="5246"/>
                    <a:pt x="420" y="5195"/>
                    <a:pt x="650" y="5115"/>
                  </a:cubicBezTo>
                  <a:cubicBezTo>
                    <a:pt x="1340" y="4866"/>
                    <a:pt x="2089" y="4386"/>
                    <a:pt x="2600" y="4055"/>
                  </a:cubicBezTo>
                  <a:cubicBezTo>
                    <a:pt x="3289" y="3615"/>
                    <a:pt x="5109" y="2336"/>
                    <a:pt x="5349" y="2136"/>
                  </a:cubicBezTo>
                  <a:cubicBezTo>
                    <a:pt x="5599" y="1936"/>
                    <a:pt x="5919" y="1436"/>
                    <a:pt x="5839" y="1336"/>
                  </a:cubicBezTo>
                  <a:cubicBezTo>
                    <a:pt x="5824" y="1312"/>
                    <a:pt x="5804" y="1303"/>
                    <a:pt x="5781" y="1303"/>
                  </a:cubicBezTo>
                  <a:cubicBezTo>
                    <a:pt x="5696" y="1303"/>
                    <a:pt x="5575" y="1430"/>
                    <a:pt x="5559" y="1446"/>
                  </a:cubicBezTo>
                  <a:cubicBezTo>
                    <a:pt x="5569" y="1426"/>
                    <a:pt x="5829" y="1026"/>
                    <a:pt x="5909" y="856"/>
                  </a:cubicBezTo>
                  <a:cubicBezTo>
                    <a:pt x="5999" y="696"/>
                    <a:pt x="5869" y="516"/>
                    <a:pt x="5869" y="516"/>
                  </a:cubicBezTo>
                  <a:cubicBezTo>
                    <a:pt x="5869" y="516"/>
                    <a:pt x="5959" y="256"/>
                    <a:pt x="5869" y="146"/>
                  </a:cubicBezTo>
                  <a:cubicBezTo>
                    <a:pt x="5860" y="136"/>
                    <a:pt x="5848" y="132"/>
                    <a:pt x="5834" y="132"/>
                  </a:cubicBezTo>
                  <a:cubicBezTo>
                    <a:pt x="5736" y="132"/>
                    <a:pt x="5527" y="350"/>
                    <a:pt x="5439" y="446"/>
                  </a:cubicBezTo>
                  <a:cubicBezTo>
                    <a:pt x="5519" y="336"/>
                    <a:pt x="5659" y="86"/>
                    <a:pt x="5559" y="6"/>
                  </a:cubicBezTo>
                  <a:cubicBezTo>
                    <a:pt x="5554" y="3"/>
                    <a:pt x="5548" y="1"/>
                    <a:pt x="5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4"/>
            <p:cNvSpPr/>
            <p:nvPr/>
          </p:nvSpPr>
          <p:spPr>
            <a:xfrm flipH="1">
              <a:off x="7140389" y="2402797"/>
              <a:ext cx="287404" cy="284161"/>
            </a:xfrm>
            <a:custGeom>
              <a:avLst/>
              <a:gdLst/>
              <a:ahLst/>
              <a:cxnLst/>
              <a:rect l="l" t="t" r="r" b="b"/>
              <a:pathLst>
                <a:path w="2570" h="2541" extrusionOk="0">
                  <a:moveTo>
                    <a:pt x="2460" y="1"/>
                  </a:moveTo>
                  <a:lnTo>
                    <a:pt x="970" y="1341"/>
                  </a:lnTo>
                  <a:lnTo>
                    <a:pt x="0" y="2541"/>
                  </a:lnTo>
                  <a:cubicBezTo>
                    <a:pt x="210" y="2521"/>
                    <a:pt x="420" y="2470"/>
                    <a:pt x="650" y="2390"/>
                  </a:cubicBezTo>
                  <a:cubicBezTo>
                    <a:pt x="870" y="2090"/>
                    <a:pt x="1240" y="1661"/>
                    <a:pt x="1720" y="1230"/>
                  </a:cubicBezTo>
                  <a:cubicBezTo>
                    <a:pt x="2569" y="481"/>
                    <a:pt x="2449" y="51"/>
                    <a:pt x="2460" y="1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4"/>
            <p:cNvSpPr/>
            <p:nvPr/>
          </p:nvSpPr>
          <p:spPr>
            <a:xfrm flipH="1">
              <a:off x="6803779" y="1365124"/>
              <a:ext cx="475392" cy="681048"/>
            </a:xfrm>
            <a:custGeom>
              <a:avLst/>
              <a:gdLst/>
              <a:ahLst/>
              <a:cxnLst/>
              <a:rect l="l" t="t" r="r" b="b"/>
              <a:pathLst>
                <a:path w="4251" h="6090" extrusionOk="0">
                  <a:moveTo>
                    <a:pt x="2380" y="1"/>
                  </a:moveTo>
                  <a:lnTo>
                    <a:pt x="1111" y="801"/>
                  </a:lnTo>
                  <a:lnTo>
                    <a:pt x="500" y="2861"/>
                  </a:lnTo>
                  <a:lnTo>
                    <a:pt x="480" y="2930"/>
                  </a:lnTo>
                  <a:lnTo>
                    <a:pt x="411" y="3021"/>
                  </a:lnTo>
                  <a:lnTo>
                    <a:pt x="131" y="3341"/>
                  </a:lnTo>
                  <a:lnTo>
                    <a:pt x="1" y="3490"/>
                  </a:lnTo>
                  <a:lnTo>
                    <a:pt x="671" y="6090"/>
                  </a:lnTo>
                  <a:cubicBezTo>
                    <a:pt x="671" y="6090"/>
                    <a:pt x="1000" y="5500"/>
                    <a:pt x="1291" y="5050"/>
                  </a:cubicBezTo>
                  <a:cubicBezTo>
                    <a:pt x="1391" y="4900"/>
                    <a:pt x="1491" y="4760"/>
                    <a:pt x="1560" y="4660"/>
                  </a:cubicBezTo>
                  <a:cubicBezTo>
                    <a:pt x="1666" y="4538"/>
                    <a:pt x="1786" y="4495"/>
                    <a:pt x="1909" y="4495"/>
                  </a:cubicBezTo>
                  <a:cubicBezTo>
                    <a:pt x="2150" y="4495"/>
                    <a:pt x="2402" y="4661"/>
                    <a:pt x="2580" y="4740"/>
                  </a:cubicBezTo>
                  <a:cubicBezTo>
                    <a:pt x="2608" y="4753"/>
                    <a:pt x="2636" y="4758"/>
                    <a:pt x="2664" y="4758"/>
                  </a:cubicBezTo>
                  <a:cubicBezTo>
                    <a:pt x="2912" y="4758"/>
                    <a:pt x="3181" y="4316"/>
                    <a:pt x="3360" y="4010"/>
                  </a:cubicBezTo>
                  <a:cubicBezTo>
                    <a:pt x="3441" y="3869"/>
                    <a:pt x="3527" y="3836"/>
                    <a:pt x="3608" y="3836"/>
                  </a:cubicBezTo>
                  <a:cubicBezTo>
                    <a:pt x="3647" y="3836"/>
                    <a:pt x="3685" y="3844"/>
                    <a:pt x="3720" y="3850"/>
                  </a:cubicBezTo>
                  <a:cubicBezTo>
                    <a:pt x="3756" y="3860"/>
                    <a:pt x="3791" y="3868"/>
                    <a:pt x="3825" y="3868"/>
                  </a:cubicBezTo>
                  <a:cubicBezTo>
                    <a:pt x="3858" y="3868"/>
                    <a:pt x="3890" y="3860"/>
                    <a:pt x="3920" y="3841"/>
                  </a:cubicBezTo>
                  <a:cubicBezTo>
                    <a:pt x="4070" y="3741"/>
                    <a:pt x="3831" y="3401"/>
                    <a:pt x="4120" y="2510"/>
                  </a:cubicBezTo>
                  <a:cubicBezTo>
                    <a:pt x="4250" y="2081"/>
                    <a:pt x="4240" y="1650"/>
                    <a:pt x="4190" y="1321"/>
                  </a:cubicBezTo>
                  <a:cubicBezTo>
                    <a:pt x="4140" y="961"/>
                    <a:pt x="4040" y="710"/>
                    <a:pt x="4040" y="710"/>
                  </a:cubicBezTo>
                  <a:lnTo>
                    <a:pt x="23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4"/>
            <p:cNvSpPr/>
            <p:nvPr/>
          </p:nvSpPr>
          <p:spPr>
            <a:xfrm flipH="1">
              <a:off x="7063226" y="1569773"/>
              <a:ext cx="43726" cy="67210"/>
            </a:xfrm>
            <a:custGeom>
              <a:avLst/>
              <a:gdLst/>
              <a:ahLst/>
              <a:cxnLst/>
              <a:rect l="l" t="t" r="r" b="b"/>
              <a:pathLst>
                <a:path w="391" h="601" extrusionOk="0">
                  <a:moveTo>
                    <a:pt x="0" y="0"/>
                  </a:moveTo>
                  <a:cubicBezTo>
                    <a:pt x="0" y="0"/>
                    <a:pt x="391" y="111"/>
                    <a:pt x="351" y="600"/>
                  </a:cubicBezTo>
                  <a:cubicBezTo>
                    <a:pt x="351" y="600"/>
                    <a:pt x="391" y="451"/>
                    <a:pt x="380" y="300"/>
                  </a:cubicBezTo>
                  <a:cubicBezTo>
                    <a:pt x="371" y="151"/>
                    <a:pt x="300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4"/>
            <p:cNvSpPr/>
            <p:nvPr/>
          </p:nvSpPr>
          <p:spPr>
            <a:xfrm flipH="1">
              <a:off x="7097894" y="1542934"/>
              <a:ext cx="63855" cy="122007"/>
            </a:xfrm>
            <a:custGeom>
              <a:avLst/>
              <a:gdLst/>
              <a:ahLst/>
              <a:cxnLst/>
              <a:rect l="l" t="t" r="r" b="b"/>
              <a:pathLst>
                <a:path w="571" h="1091" extrusionOk="0">
                  <a:moveTo>
                    <a:pt x="470" y="0"/>
                  </a:moveTo>
                  <a:cubicBezTo>
                    <a:pt x="250" y="0"/>
                    <a:pt x="110" y="211"/>
                    <a:pt x="61" y="451"/>
                  </a:cubicBezTo>
                  <a:cubicBezTo>
                    <a:pt x="1" y="700"/>
                    <a:pt x="401" y="1051"/>
                    <a:pt x="441" y="1091"/>
                  </a:cubicBezTo>
                  <a:cubicBezTo>
                    <a:pt x="361" y="1011"/>
                    <a:pt x="161" y="711"/>
                    <a:pt x="161" y="451"/>
                  </a:cubicBezTo>
                  <a:cubicBezTo>
                    <a:pt x="161" y="351"/>
                    <a:pt x="190" y="260"/>
                    <a:pt x="270" y="191"/>
                  </a:cubicBezTo>
                  <a:cubicBezTo>
                    <a:pt x="370" y="91"/>
                    <a:pt x="481" y="31"/>
                    <a:pt x="570" y="11"/>
                  </a:cubicBezTo>
                  <a:cubicBezTo>
                    <a:pt x="541" y="0"/>
                    <a:pt x="501" y="0"/>
                    <a:pt x="4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4"/>
            <p:cNvSpPr/>
            <p:nvPr/>
          </p:nvSpPr>
          <p:spPr>
            <a:xfrm flipH="1">
              <a:off x="7195186" y="1702851"/>
              <a:ext cx="69447" cy="35898"/>
            </a:xfrm>
            <a:custGeom>
              <a:avLst/>
              <a:gdLst/>
              <a:ahLst/>
              <a:cxnLst/>
              <a:rect l="l" t="t" r="r" b="b"/>
              <a:pathLst>
                <a:path w="621" h="321" extrusionOk="0">
                  <a:moveTo>
                    <a:pt x="281" y="1"/>
                  </a:moveTo>
                  <a:lnTo>
                    <a:pt x="1" y="321"/>
                  </a:lnTo>
                  <a:lnTo>
                    <a:pt x="621" y="201"/>
                  </a:lnTo>
                  <a:cubicBezTo>
                    <a:pt x="501" y="181"/>
                    <a:pt x="390" y="101"/>
                    <a:pt x="281" y="1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3" name="Google Shape;1053;p44"/>
            <p:cNvGrpSpPr/>
            <p:nvPr/>
          </p:nvGrpSpPr>
          <p:grpSpPr>
            <a:xfrm>
              <a:off x="6780295" y="1268503"/>
              <a:ext cx="620659" cy="457946"/>
              <a:chOff x="6780295" y="1268503"/>
              <a:chExt cx="620659" cy="457946"/>
            </a:xfrm>
          </p:grpSpPr>
          <p:sp>
            <p:nvSpPr>
              <p:cNvPr id="1054" name="Google Shape;1054;p44"/>
              <p:cNvSpPr/>
              <p:nvPr/>
            </p:nvSpPr>
            <p:spPr>
              <a:xfrm flipH="1">
                <a:off x="7241036" y="1276666"/>
                <a:ext cx="159918" cy="190671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705" extrusionOk="0">
                    <a:moveTo>
                      <a:pt x="835" y="1"/>
                    </a:moveTo>
                    <a:cubicBezTo>
                      <a:pt x="472" y="1"/>
                      <a:pt x="184" y="260"/>
                      <a:pt x="90" y="512"/>
                    </a:cubicBezTo>
                    <a:cubicBezTo>
                      <a:pt x="50" y="652"/>
                      <a:pt x="0" y="932"/>
                      <a:pt x="40" y="1192"/>
                    </a:cubicBezTo>
                    <a:cubicBezTo>
                      <a:pt x="81" y="1465"/>
                      <a:pt x="226" y="1704"/>
                      <a:pt x="581" y="1704"/>
                    </a:cubicBezTo>
                    <a:cubicBezTo>
                      <a:pt x="655" y="1704"/>
                      <a:pt x="737" y="1694"/>
                      <a:pt x="830" y="1672"/>
                    </a:cubicBezTo>
                    <a:cubicBezTo>
                      <a:pt x="850" y="1672"/>
                      <a:pt x="870" y="1661"/>
                      <a:pt x="890" y="1652"/>
                    </a:cubicBezTo>
                    <a:lnTo>
                      <a:pt x="1060" y="1332"/>
                    </a:lnTo>
                    <a:lnTo>
                      <a:pt x="1340" y="792"/>
                    </a:lnTo>
                    <a:cubicBezTo>
                      <a:pt x="1340" y="792"/>
                      <a:pt x="1429" y="632"/>
                      <a:pt x="1429" y="452"/>
                    </a:cubicBezTo>
                    <a:cubicBezTo>
                      <a:pt x="1420" y="312"/>
                      <a:pt x="1360" y="152"/>
                      <a:pt x="1140" y="62"/>
                    </a:cubicBezTo>
                    <a:cubicBezTo>
                      <a:pt x="1034" y="19"/>
                      <a:pt x="932" y="1"/>
                      <a:pt x="8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44"/>
              <p:cNvSpPr/>
              <p:nvPr/>
            </p:nvSpPr>
            <p:spPr>
              <a:xfrm flipH="1">
                <a:off x="6780295" y="1268503"/>
                <a:ext cx="529070" cy="457946"/>
              </a:xfrm>
              <a:custGeom>
                <a:avLst/>
                <a:gdLst/>
                <a:ahLst/>
                <a:cxnLst/>
                <a:rect l="l" t="t" r="r" b="b"/>
                <a:pathLst>
                  <a:path w="4731" h="4095" extrusionOk="0">
                    <a:moveTo>
                      <a:pt x="2204" y="1"/>
                    </a:moveTo>
                    <a:cubicBezTo>
                      <a:pt x="1990" y="1"/>
                      <a:pt x="1765" y="24"/>
                      <a:pt x="1530" y="75"/>
                    </a:cubicBezTo>
                    <a:cubicBezTo>
                      <a:pt x="1141" y="165"/>
                      <a:pt x="841" y="325"/>
                      <a:pt x="610" y="525"/>
                    </a:cubicBezTo>
                    <a:cubicBezTo>
                      <a:pt x="341" y="755"/>
                      <a:pt x="171" y="1055"/>
                      <a:pt x="81" y="1365"/>
                    </a:cubicBezTo>
                    <a:cubicBezTo>
                      <a:pt x="51" y="1494"/>
                      <a:pt x="21" y="1614"/>
                      <a:pt x="11" y="1745"/>
                    </a:cubicBezTo>
                    <a:cubicBezTo>
                      <a:pt x="1" y="1914"/>
                      <a:pt x="1" y="2074"/>
                      <a:pt x="21" y="2245"/>
                    </a:cubicBezTo>
                    <a:cubicBezTo>
                      <a:pt x="91" y="2854"/>
                      <a:pt x="341" y="3545"/>
                      <a:pt x="681" y="3885"/>
                    </a:cubicBezTo>
                    <a:cubicBezTo>
                      <a:pt x="790" y="3985"/>
                      <a:pt x="901" y="4065"/>
                      <a:pt x="1021" y="4085"/>
                    </a:cubicBezTo>
                    <a:cubicBezTo>
                      <a:pt x="1061" y="4094"/>
                      <a:pt x="1101" y="4094"/>
                      <a:pt x="1141" y="4094"/>
                    </a:cubicBezTo>
                    <a:cubicBezTo>
                      <a:pt x="1690" y="4065"/>
                      <a:pt x="1870" y="3654"/>
                      <a:pt x="1770" y="3554"/>
                    </a:cubicBezTo>
                    <a:lnTo>
                      <a:pt x="1761" y="3545"/>
                    </a:lnTo>
                    <a:cubicBezTo>
                      <a:pt x="1650" y="3434"/>
                      <a:pt x="1310" y="2905"/>
                      <a:pt x="1590" y="2645"/>
                    </a:cubicBezTo>
                    <a:cubicBezTo>
                      <a:pt x="1690" y="2545"/>
                      <a:pt x="1801" y="2485"/>
                      <a:pt x="1890" y="2465"/>
                    </a:cubicBezTo>
                    <a:cubicBezTo>
                      <a:pt x="1902" y="2463"/>
                      <a:pt x="1914" y="2463"/>
                      <a:pt x="1925" y="2463"/>
                    </a:cubicBezTo>
                    <a:cubicBezTo>
                      <a:pt x="2092" y="2463"/>
                      <a:pt x="2247" y="2600"/>
                      <a:pt x="2330" y="2965"/>
                    </a:cubicBezTo>
                    <a:cubicBezTo>
                      <a:pt x="2330" y="2970"/>
                      <a:pt x="2354" y="2983"/>
                      <a:pt x="2393" y="2983"/>
                    </a:cubicBezTo>
                    <a:cubicBezTo>
                      <a:pt x="2495" y="2983"/>
                      <a:pt x="2703" y="2899"/>
                      <a:pt x="2890" y="2394"/>
                    </a:cubicBezTo>
                    <a:cubicBezTo>
                      <a:pt x="3078" y="1889"/>
                      <a:pt x="3334" y="1629"/>
                      <a:pt x="3597" y="1629"/>
                    </a:cubicBezTo>
                    <a:cubicBezTo>
                      <a:pt x="3698" y="1629"/>
                      <a:pt x="3801" y="1667"/>
                      <a:pt x="3901" y="1745"/>
                    </a:cubicBezTo>
                    <a:cubicBezTo>
                      <a:pt x="4270" y="2025"/>
                      <a:pt x="4450" y="2205"/>
                      <a:pt x="4450" y="2205"/>
                    </a:cubicBezTo>
                    <a:cubicBezTo>
                      <a:pt x="4450" y="2205"/>
                      <a:pt x="4460" y="2194"/>
                      <a:pt x="4460" y="2185"/>
                    </a:cubicBezTo>
                    <a:cubicBezTo>
                      <a:pt x="4520" y="2065"/>
                      <a:pt x="4730" y="1505"/>
                      <a:pt x="4270" y="945"/>
                    </a:cubicBezTo>
                    <a:cubicBezTo>
                      <a:pt x="3848" y="433"/>
                      <a:pt x="3129" y="1"/>
                      <a:pt x="22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44"/>
              <p:cNvSpPr/>
              <p:nvPr/>
            </p:nvSpPr>
            <p:spPr>
              <a:xfrm flipH="1">
                <a:off x="7300306" y="1409856"/>
                <a:ext cx="96174" cy="57145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11" extrusionOk="0">
                    <a:moveTo>
                      <a:pt x="0" y="1"/>
                    </a:moveTo>
                    <a:cubicBezTo>
                      <a:pt x="40" y="270"/>
                      <a:pt x="190" y="510"/>
                      <a:pt x="540" y="510"/>
                    </a:cubicBezTo>
                    <a:cubicBezTo>
                      <a:pt x="620" y="510"/>
                      <a:pt x="700" y="501"/>
                      <a:pt x="790" y="481"/>
                    </a:cubicBezTo>
                    <a:cubicBezTo>
                      <a:pt x="800" y="350"/>
                      <a:pt x="830" y="230"/>
                      <a:pt x="860" y="101"/>
                    </a:cubicBezTo>
                    <a:lnTo>
                      <a:pt x="860" y="101"/>
                    </a:lnTo>
                    <a:cubicBezTo>
                      <a:pt x="740" y="230"/>
                      <a:pt x="590" y="341"/>
                      <a:pt x="440" y="341"/>
                    </a:cubicBezTo>
                    <a:cubicBezTo>
                      <a:pt x="290" y="341"/>
                      <a:pt x="140" y="250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44"/>
              <p:cNvSpPr/>
              <p:nvPr/>
            </p:nvSpPr>
            <p:spPr>
              <a:xfrm flipH="1">
                <a:off x="7194068" y="1372952"/>
                <a:ext cx="115297" cy="352378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3151" extrusionOk="0">
                    <a:moveTo>
                      <a:pt x="401" y="1"/>
                    </a:moveTo>
                    <a:lnTo>
                      <a:pt x="401" y="1"/>
                    </a:lnTo>
                    <a:cubicBezTo>
                      <a:pt x="371" y="41"/>
                      <a:pt x="251" y="261"/>
                      <a:pt x="81" y="431"/>
                    </a:cubicBezTo>
                    <a:cubicBezTo>
                      <a:pt x="51" y="560"/>
                      <a:pt x="21" y="680"/>
                      <a:pt x="11" y="811"/>
                    </a:cubicBezTo>
                    <a:cubicBezTo>
                      <a:pt x="11" y="880"/>
                      <a:pt x="1" y="951"/>
                      <a:pt x="1" y="1020"/>
                    </a:cubicBezTo>
                    <a:cubicBezTo>
                      <a:pt x="1" y="1120"/>
                      <a:pt x="11" y="1211"/>
                      <a:pt x="21" y="1311"/>
                    </a:cubicBezTo>
                    <a:cubicBezTo>
                      <a:pt x="91" y="1920"/>
                      <a:pt x="341" y="2611"/>
                      <a:pt x="681" y="2951"/>
                    </a:cubicBezTo>
                    <a:cubicBezTo>
                      <a:pt x="790" y="3051"/>
                      <a:pt x="901" y="3131"/>
                      <a:pt x="1021" y="3151"/>
                    </a:cubicBezTo>
                    <a:lnTo>
                      <a:pt x="1030" y="3151"/>
                    </a:lnTo>
                    <a:cubicBezTo>
                      <a:pt x="1030" y="3151"/>
                      <a:pt x="921" y="3020"/>
                      <a:pt x="770" y="2791"/>
                    </a:cubicBezTo>
                    <a:cubicBezTo>
                      <a:pt x="481" y="2311"/>
                      <a:pt x="41" y="1411"/>
                      <a:pt x="241" y="471"/>
                    </a:cubicBezTo>
                    <a:cubicBezTo>
                      <a:pt x="281" y="311"/>
                      <a:pt x="331" y="151"/>
                      <a:pt x="4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8" name="Google Shape;1058;p44"/>
            <p:cNvSpPr/>
            <p:nvPr/>
          </p:nvSpPr>
          <p:spPr>
            <a:xfrm flipH="1">
              <a:off x="6990536" y="1795670"/>
              <a:ext cx="144373" cy="134308"/>
            </a:xfrm>
            <a:custGeom>
              <a:avLst/>
              <a:gdLst/>
              <a:ahLst/>
              <a:cxnLst/>
              <a:rect l="l" t="t" r="r" b="b"/>
              <a:pathLst>
                <a:path w="1291" h="1201" extrusionOk="0">
                  <a:moveTo>
                    <a:pt x="201" y="0"/>
                  </a:moveTo>
                  <a:cubicBezTo>
                    <a:pt x="81" y="0"/>
                    <a:pt x="30" y="730"/>
                    <a:pt x="1" y="1200"/>
                  </a:cubicBezTo>
                  <a:cubicBezTo>
                    <a:pt x="101" y="1050"/>
                    <a:pt x="201" y="910"/>
                    <a:pt x="270" y="810"/>
                  </a:cubicBezTo>
                  <a:cubicBezTo>
                    <a:pt x="381" y="690"/>
                    <a:pt x="501" y="640"/>
                    <a:pt x="621" y="640"/>
                  </a:cubicBezTo>
                  <a:cubicBezTo>
                    <a:pt x="861" y="640"/>
                    <a:pt x="1110" y="810"/>
                    <a:pt x="1290" y="890"/>
                  </a:cubicBezTo>
                  <a:cubicBezTo>
                    <a:pt x="1241" y="860"/>
                    <a:pt x="461" y="371"/>
                    <a:pt x="250" y="40"/>
                  </a:cubicBezTo>
                  <a:cubicBezTo>
                    <a:pt x="230" y="20"/>
                    <a:pt x="221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4"/>
            <p:cNvSpPr/>
            <p:nvPr/>
          </p:nvSpPr>
          <p:spPr>
            <a:xfrm flipH="1">
              <a:off x="7134796" y="1692787"/>
              <a:ext cx="933785" cy="1161919"/>
            </a:xfrm>
            <a:custGeom>
              <a:avLst/>
              <a:gdLst/>
              <a:ahLst/>
              <a:cxnLst/>
              <a:rect l="l" t="t" r="r" b="b"/>
              <a:pathLst>
                <a:path w="8350" h="10390" extrusionOk="0">
                  <a:moveTo>
                    <a:pt x="5960" y="0"/>
                  </a:moveTo>
                  <a:cubicBezTo>
                    <a:pt x="5960" y="0"/>
                    <a:pt x="4660" y="11"/>
                    <a:pt x="4110" y="1091"/>
                  </a:cubicBezTo>
                  <a:cubicBezTo>
                    <a:pt x="4050" y="1220"/>
                    <a:pt x="4000" y="1360"/>
                    <a:pt x="3960" y="1510"/>
                  </a:cubicBezTo>
                  <a:cubicBezTo>
                    <a:pt x="3890" y="1770"/>
                    <a:pt x="3730" y="2170"/>
                    <a:pt x="3520" y="2660"/>
                  </a:cubicBezTo>
                  <a:cubicBezTo>
                    <a:pt x="2460" y="5060"/>
                    <a:pt x="0" y="9579"/>
                    <a:pt x="0" y="9579"/>
                  </a:cubicBezTo>
                  <a:lnTo>
                    <a:pt x="4630" y="10390"/>
                  </a:lnTo>
                  <a:cubicBezTo>
                    <a:pt x="4630" y="10390"/>
                    <a:pt x="5170" y="9750"/>
                    <a:pt x="5650" y="9179"/>
                  </a:cubicBezTo>
                  <a:cubicBezTo>
                    <a:pt x="6120" y="8610"/>
                    <a:pt x="7339" y="7390"/>
                    <a:pt x="7850" y="7030"/>
                  </a:cubicBezTo>
                  <a:cubicBezTo>
                    <a:pt x="8350" y="6680"/>
                    <a:pt x="8270" y="5300"/>
                    <a:pt x="8210" y="4070"/>
                  </a:cubicBezTo>
                  <a:cubicBezTo>
                    <a:pt x="8150" y="2850"/>
                    <a:pt x="7310" y="760"/>
                    <a:pt x="7210" y="551"/>
                  </a:cubicBezTo>
                  <a:cubicBezTo>
                    <a:pt x="7110" y="340"/>
                    <a:pt x="5960" y="0"/>
                    <a:pt x="59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4"/>
            <p:cNvSpPr/>
            <p:nvPr/>
          </p:nvSpPr>
          <p:spPr>
            <a:xfrm flipH="1">
              <a:off x="7505962" y="1896318"/>
              <a:ext cx="323302" cy="844321"/>
            </a:xfrm>
            <a:custGeom>
              <a:avLst/>
              <a:gdLst/>
              <a:ahLst/>
              <a:cxnLst/>
              <a:rect l="l" t="t" r="r" b="b"/>
              <a:pathLst>
                <a:path w="2891" h="7550" extrusionOk="0">
                  <a:moveTo>
                    <a:pt x="2770" y="0"/>
                  </a:moveTo>
                  <a:cubicBezTo>
                    <a:pt x="2520" y="770"/>
                    <a:pt x="2490" y="990"/>
                    <a:pt x="2370" y="1660"/>
                  </a:cubicBezTo>
                  <a:cubicBezTo>
                    <a:pt x="2330" y="1920"/>
                    <a:pt x="2270" y="2260"/>
                    <a:pt x="2180" y="2720"/>
                  </a:cubicBezTo>
                  <a:cubicBezTo>
                    <a:pt x="1880" y="4310"/>
                    <a:pt x="20" y="7450"/>
                    <a:pt x="0" y="7479"/>
                  </a:cubicBezTo>
                  <a:lnTo>
                    <a:pt x="110" y="7550"/>
                  </a:lnTo>
                  <a:cubicBezTo>
                    <a:pt x="180" y="7419"/>
                    <a:pt x="2000" y="4360"/>
                    <a:pt x="2300" y="2740"/>
                  </a:cubicBezTo>
                  <a:cubicBezTo>
                    <a:pt x="2390" y="2280"/>
                    <a:pt x="2450" y="1940"/>
                    <a:pt x="2490" y="1680"/>
                  </a:cubicBezTo>
                  <a:cubicBezTo>
                    <a:pt x="2600" y="1020"/>
                    <a:pt x="2640" y="800"/>
                    <a:pt x="2890" y="30"/>
                  </a:cubicBezTo>
                  <a:lnTo>
                    <a:pt x="27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4"/>
            <p:cNvSpPr/>
            <p:nvPr/>
          </p:nvSpPr>
          <p:spPr>
            <a:xfrm flipH="1">
              <a:off x="7293596" y="1854940"/>
              <a:ext cx="360094" cy="551325"/>
            </a:xfrm>
            <a:custGeom>
              <a:avLst/>
              <a:gdLst/>
              <a:ahLst/>
              <a:cxnLst/>
              <a:rect l="l" t="t" r="r" b="b"/>
              <a:pathLst>
                <a:path w="3220" h="4930" extrusionOk="0">
                  <a:moveTo>
                    <a:pt x="3110" y="1"/>
                  </a:moveTo>
                  <a:cubicBezTo>
                    <a:pt x="3100" y="21"/>
                    <a:pt x="2290" y="1870"/>
                    <a:pt x="0" y="4860"/>
                  </a:cubicBezTo>
                  <a:lnTo>
                    <a:pt x="90" y="4930"/>
                  </a:lnTo>
                  <a:cubicBezTo>
                    <a:pt x="2400" y="1940"/>
                    <a:pt x="3210" y="60"/>
                    <a:pt x="3220" y="40"/>
                  </a:cubicBezTo>
                  <a:lnTo>
                    <a:pt x="31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4"/>
            <p:cNvSpPr/>
            <p:nvPr/>
          </p:nvSpPr>
          <p:spPr>
            <a:xfrm flipH="1">
              <a:off x="6799303" y="2728335"/>
              <a:ext cx="1667393" cy="1331790"/>
            </a:xfrm>
            <a:custGeom>
              <a:avLst/>
              <a:gdLst/>
              <a:ahLst/>
              <a:cxnLst/>
              <a:rect l="l" t="t" r="r" b="b"/>
              <a:pathLst>
                <a:path w="14910" h="11909" extrusionOk="0">
                  <a:moveTo>
                    <a:pt x="5212" y="1"/>
                  </a:moveTo>
                  <a:cubicBezTo>
                    <a:pt x="4635" y="1"/>
                    <a:pt x="4000" y="79"/>
                    <a:pt x="3560" y="319"/>
                  </a:cubicBezTo>
                  <a:cubicBezTo>
                    <a:pt x="3560" y="319"/>
                    <a:pt x="3271" y="530"/>
                    <a:pt x="2960" y="1030"/>
                  </a:cubicBezTo>
                  <a:cubicBezTo>
                    <a:pt x="2951" y="1030"/>
                    <a:pt x="2951" y="1030"/>
                    <a:pt x="2951" y="1039"/>
                  </a:cubicBezTo>
                  <a:cubicBezTo>
                    <a:pt x="2560" y="1670"/>
                    <a:pt x="2140" y="2769"/>
                    <a:pt x="2291" y="4489"/>
                  </a:cubicBezTo>
                  <a:cubicBezTo>
                    <a:pt x="2291" y="4489"/>
                    <a:pt x="1091" y="8789"/>
                    <a:pt x="1" y="10369"/>
                  </a:cubicBezTo>
                  <a:lnTo>
                    <a:pt x="1680" y="11908"/>
                  </a:lnTo>
                  <a:cubicBezTo>
                    <a:pt x="1680" y="11908"/>
                    <a:pt x="4620" y="8358"/>
                    <a:pt x="5790" y="5579"/>
                  </a:cubicBezTo>
                  <a:cubicBezTo>
                    <a:pt x="5880" y="5349"/>
                    <a:pt x="5970" y="5129"/>
                    <a:pt x="6040" y="4919"/>
                  </a:cubicBezTo>
                  <a:cubicBezTo>
                    <a:pt x="6040" y="4919"/>
                    <a:pt x="7280" y="5249"/>
                    <a:pt x="9420" y="5309"/>
                  </a:cubicBezTo>
                  <a:cubicBezTo>
                    <a:pt x="9596" y="5313"/>
                    <a:pt x="9780" y="5315"/>
                    <a:pt x="9972" y="5315"/>
                  </a:cubicBezTo>
                  <a:cubicBezTo>
                    <a:pt x="10248" y="5315"/>
                    <a:pt x="10538" y="5311"/>
                    <a:pt x="10839" y="5299"/>
                  </a:cubicBezTo>
                  <a:lnTo>
                    <a:pt x="10839" y="5299"/>
                  </a:lnTo>
                  <a:cubicBezTo>
                    <a:pt x="10839" y="5299"/>
                    <a:pt x="10130" y="5689"/>
                    <a:pt x="9600" y="6799"/>
                  </a:cubicBezTo>
                  <a:cubicBezTo>
                    <a:pt x="9080" y="7918"/>
                    <a:pt x="7800" y="9538"/>
                    <a:pt x="7800" y="9538"/>
                  </a:cubicBezTo>
                  <a:lnTo>
                    <a:pt x="8910" y="10669"/>
                  </a:lnTo>
                  <a:cubicBezTo>
                    <a:pt x="8910" y="10669"/>
                    <a:pt x="11690" y="7998"/>
                    <a:pt x="12710" y="7069"/>
                  </a:cubicBezTo>
                  <a:cubicBezTo>
                    <a:pt x="13719" y="6129"/>
                    <a:pt x="14909" y="5429"/>
                    <a:pt x="14569" y="4239"/>
                  </a:cubicBezTo>
                  <a:cubicBezTo>
                    <a:pt x="14230" y="3049"/>
                    <a:pt x="8530" y="1190"/>
                    <a:pt x="8250" y="1050"/>
                  </a:cubicBezTo>
                  <a:cubicBezTo>
                    <a:pt x="7980" y="899"/>
                    <a:pt x="6890" y="219"/>
                    <a:pt x="6260" y="90"/>
                  </a:cubicBezTo>
                  <a:cubicBezTo>
                    <a:pt x="5999" y="40"/>
                    <a:pt x="5620" y="1"/>
                    <a:pt x="52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4"/>
            <p:cNvSpPr/>
            <p:nvPr/>
          </p:nvSpPr>
          <p:spPr>
            <a:xfrm flipH="1">
              <a:off x="7791129" y="2843408"/>
              <a:ext cx="442961" cy="508829"/>
            </a:xfrm>
            <a:custGeom>
              <a:avLst/>
              <a:gdLst/>
              <a:ahLst/>
              <a:cxnLst/>
              <a:rect l="l" t="t" r="r" b="b"/>
              <a:pathLst>
                <a:path w="3961" h="4550" extrusionOk="0">
                  <a:moveTo>
                    <a:pt x="871" y="1"/>
                  </a:moveTo>
                  <a:cubicBezTo>
                    <a:pt x="868" y="8"/>
                    <a:pt x="864" y="21"/>
                    <a:pt x="857" y="39"/>
                  </a:cubicBezTo>
                  <a:lnTo>
                    <a:pt x="857" y="39"/>
                  </a:lnTo>
                  <a:cubicBezTo>
                    <a:pt x="863" y="26"/>
                    <a:pt x="868" y="16"/>
                    <a:pt x="871" y="10"/>
                  </a:cubicBezTo>
                  <a:lnTo>
                    <a:pt x="871" y="1"/>
                  </a:lnTo>
                  <a:close/>
                  <a:moveTo>
                    <a:pt x="857" y="39"/>
                  </a:moveTo>
                  <a:cubicBezTo>
                    <a:pt x="728" y="316"/>
                    <a:pt x="0" y="2090"/>
                    <a:pt x="1291" y="3390"/>
                  </a:cubicBezTo>
                  <a:cubicBezTo>
                    <a:pt x="1780" y="3880"/>
                    <a:pt x="2451" y="4300"/>
                    <a:pt x="3710" y="4550"/>
                  </a:cubicBezTo>
                  <a:cubicBezTo>
                    <a:pt x="3800" y="4320"/>
                    <a:pt x="3890" y="4100"/>
                    <a:pt x="3960" y="3890"/>
                  </a:cubicBezTo>
                  <a:cubicBezTo>
                    <a:pt x="3960" y="3890"/>
                    <a:pt x="1180" y="3350"/>
                    <a:pt x="791" y="2200"/>
                  </a:cubicBezTo>
                  <a:cubicBezTo>
                    <a:pt x="459" y="1196"/>
                    <a:pt x="780" y="252"/>
                    <a:pt x="857" y="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4"/>
            <p:cNvSpPr/>
            <p:nvPr/>
          </p:nvSpPr>
          <p:spPr>
            <a:xfrm flipH="1">
              <a:off x="7027439" y="2736051"/>
              <a:ext cx="903591" cy="1126134"/>
            </a:xfrm>
            <a:custGeom>
              <a:avLst/>
              <a:gdLst/>
              <a:ahLst/>
              <a:cxnLst/>
              <a:rect l="l" t="t" r="r" b="b"/>
              <a:pathLst>
                <a:path w="8080" h="10070" extrusionOk="0">
                  <a:moveTo>
                    <a:pt x="570" y="1"/>
                  </a:moveTo>
                  <a:cubicBezTo>
                    <a:pt x="570" y="10"/>
                    <a:pt x="410" y="561"/>
                    <a:pt x="441" y="1190"/>
                  </a:cubicBezTo>
                  <a:cubicBezTo>
                    <a:pt x="480" y="2030"/>
                    <a:pt x="830" y="2600"/>
                    <a:pt x="1440" y="2860"/>
                  </a:cubicBezTo>
                  <a:cubicBezTo>
                    <a:pt x="2160" y="3160"/>
                    <a:pt x="3690" y="3440"/>
                    <a:pt x="5040" y="3680"/>
                  </a:cubicBezTo>
                  <a:cubicBezTo>
                    <a:pt x="6500" y="3950"/>
                    <a:pt x="7889" y="4200"/>
                    <a:pt x="7940" y="4420"/>
                  </a:cubicBezTo>
                  <a:cubicBezTo>
                    <a:pt x="8040" y="4840"/>
                    <a:pt x="7660" y="5220"/>
                    <a:pt x="7149" y="5680"/>
                  </a:cubicBezTo>
                  <a:cubicBezTo>
                    <a:pt x="6709" y="6080"/>
                    <a:pt x="5860" y="7080"/>
                    <a:pt x="5150" y="8049"/>
                  </a:cubicBezTo>
                  <a:cubicBezTo>
                    <a:pt x="4470" y="8969"/>
                    <a:pt x="3590" y="10040"/>
                    <a:pt x="3580" y="10060"/>
                  </a:cubicBezTo>
                  <a:lnTo>
                    <a:pt x="3610" y="10069"/>
                  </a:lnTo>
                  <a:cubicBezTo>
                    <a:pt x="3620" y="10060"/>
                    <a:pt x="4490" y="8989"/>
                    <a:pt x="5170" y="8069"/>
                  </a:cubicBezTo>
                  <a:cubicBezTo>
                    <a:pt x="5890" y="7100"/>
                    <a:pt x="6729" y="6100"/>
                    <a:pt x="7180" y="5700"/>
                  </a:cubicBezTo>
                  <a:cubicBezTo>
                    <a:pt x="7689" y="5240"/>
                    <a:pt x="8080" y="4850"/>
                    <a:pt x="7969" y="4410"/>
                  </a:cubicBezTo>
                  <a:cubicBezTo>
                    <a:pt x="7909" y="4180"/>
                    <a:pt x="6580" y="3930"/>
                    <a:pt x="5040" y="3650"/>
                  </a:cubicBezTo>
                  <a:cubicBezTo>
                    <a:pt x="3690" y="3410"/>
                    <a:pt x="2170" y="3130"/>
                    <a:pt x="1460" y="2830"/>
                  </a:cubicBezTo>
                  <a:cubicBezTo>
                    <a:pt x="1" y="2220"/>
                    <a:pt x="590" y="30"/>
                    <a:pt x="600" y="10"/>
                  </a:cubicBezTo>
                  <a:lnTo>
                    <a:pt x="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4"/>
            <p:cNvSpPr/>
            <p:nvPr/>
          </p:nvSpPr>
          <p:spPr>
            <a:xfrm flipH="1">
              <a:off x="7936508" y="3235821"/>
              <a:ext cx="438488" cy="738193"/>
            </a:xfrm>
            <a:custGeom>
              <a:avLst/>
              <a:gdLst/>
              <a:ahLst/>
              <a:cxnLst/>
              <a:rect l="l" t="t" r="r" b="b"/>
              <a:pathLst>
                <a:path w="3921" h="6601" extrusionOk="0">
                  <a:moveTo>
                    <a:pt x="3891" y="1"/>
                  </a:moveTo>
                  <a:cubicBezTo>
                    <a:pt x="3151" y="1511"/>
                    <a:pt x="31" y="6540"/>
                    <a:pt x="1" y="6591"/>
                  </a:cubicBezTo>
                  <a:lnTo>
                    <a:pt x="31" y="6600"/>
                  </a:lnTo>
                  <a:cubicBezTo>
                    <a:pt x="61" y="6551"/>
                    <a:pt x="3180" y="1531"/>
                    <a:pt x="3920" y="21"/>
                  </a:cubicBezTo>
                  <a:lnTo>
                    <a:pt x="38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4"/>
            <p:cNvSpPr/>
            <p:nvPr/>
          </p:nvSpPr>
          <p:spPr>
            <a:xfrm flipH="1">
              <a:off x="7076645" y="3277310"/>
              <a:ext cx="336722" cy="45851"/>
            </a:xfrm>
            <a:custGeom>
              <a:avLst/>
              <a:gdLst/>
              <a:ahLst/>
              <a:cxnLst/>
              <a:rect l="l" t="t" r="r" b="b"/>
              <a:pathLst>
                <a:path w="3011" h="410" extrusionOk="0">
                  <a:moveTo>
                    <a:pt x="2691" y="0"/>
                  </a:moveTo>
                  <a:cubicBezTo>
                    <a:pt x="2140" y="0"/>
                    <a:pt x="981" y="50"/>
                    <a:pt x="1" y="400"/>
                  </a:cubicBezTo>
                  <a:cubicBezTo>
                    <a:pt x="201" y="400"/>
                    <a:pt x="401" y="410"/>
                    <a:pt x="621" y="410"/>
                  </a:cubicBezTo>
                  <a:cubicBezTo>
                    <a:pt x="881" y="410"/>
                    <a:pt x="1141" y="400"/>
                    <a:pt x="1420" y="390"/>
                  </a:cubicBezTo>
                  <a:cubicBezTo>
                    <a:pt x="1420" y="390"/>
                    <a:pt x="2180" y="40"/>
                    <a:pt x="3011" y="10"/>
                  </a:cubicBezTo>
                  <a:cubicBezTo>
                    <a:pt x="3011" y="10"/>
                    <a:pt x="2891" y="0"/>
                    <a:pt x="2691" y="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4"/>
            <p:cNvSpPr/>
            <p:nvPr/>
          </p:nvSpPr>
          <p:spPr>
            <a:xfrm flipH="1">
              <a:off x="7359576" y="1814682"/>
              <a:ext cx="315474" cy="175574"/>
            </a:xfrm>
            <a:custGeom>
              <a:avLst/>
              <a:gdLst/>
              <a:ahLst/>
              <a:cxnLst/>
              <a:rect l="l" t="t" r="r" b="b"/>
              <a:pathLst>
                <a:path w="2821" h="1570" extrusionOk="0">
                  <a:moveTo>
                    <a:pt x="591" y="1"/>
                  </a:moveTo>
                  <a:cubicBezTo>
                    <a:pt x="531" y="130"/>
                    <a:pt x="481" y="270"/>
                    <a:pt x="441" y="420"/>
                  </a:cubicBezTo>
                  <a:cubicBezTo>
                    <a:pt x="371" y="680"/>
                    <a:pt x="211" y="1080"/>
                    <a:pt x="1" y="1570"/>
                  </a:cubicBezTo>
                  <a:cubicBezTo>
                    <a:pt x="811" y="1430"/>
                    <a:pt x="2731" y="1110"/>
                    <a:pt x="2821" y="1030"/>
                  </a:cubicBezTo>
                  <a:lnTo>
                    <a:pt x="59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4"/>
            <p:cNvSpPr/>
            <p:nvPr/>
          </p:nvSpPr>
          <p:spPr>
            <a:xfrm flipH="1">
              <a:off x="7268990" y="1542151"/>
              <a:ext cx="1658335" cy="393084"/>
            </a:xfrm>
            <a:custGeom>
              <a:avLst/>
              <a:gdLst/>
              <a:ahLst/>
              <a:cxnLst/>
              <a:rect l="l" t="t" r="r" b="b"/>
              <a:pathLst>
                <a:path w="14829" h="3515" extrusionOk="0">
                  <a:moveTo>
                    <a:pt x="1181" y="0"/>
                  </a:moveTo>
                  <a:cubicBezTo>
                    <a:pt x="959" y="0"/>
                    <a:pt x="809" y="25"/>
                    <a:pt x="780" y="58"/>
                  </a:cubicBezTo>
                  <a:cubicBezTo>
                    <a:pt x="710" y="147"/>
                    <a:pt x="1740" y="327"/>
                    <a:pt x="1740" y="327"/>
                  </a:cubicBezTo>
                  <a:cubicBezTo>
                    <a:pt x="1740" y="327"/>
                    <a:pt x="1416" y="323"/>
                    <a:pt x="1119" y="323"/>
                  </a:cubicBezTo>
                  <a:cubicBezTo>
                    <a:pt x="971" y="323"/>
                    <a:pt x="830" y="324"/>
                    <a:pt x="740" y="327"/>
                  </a:cubicBezTo>
                  <a:cubicBezTo>
                    <a:pt x="460" y="347"/>
                    <a:pt x="400" y="438"/>
                    <a:pt x="400" y="438"/>
                  </a:cubicBezTo>
                  <a:cubicBezTo>
                    <a:pt x="400" y="438"/>
                    <a:pt x="140" y="438"/>
                    <a:pt x="100" y="587"/>
                  </a:cubicBezTo>
                  <a:cubicBezTo>
                    <a:pt x="51" y="738"/>
                    <a:pt x="1190" y="967"/>
                    <a:pt x="1190" y="967"/>
                  </a:cubicBezTo>
                  <a:cubicBezTo>
                    <a:pt x="1190" y="967"/>
                    <a:pt x="652" y="887"/>
                    <a:pt x="303" y="887"/>
                  </a:cubicBezTo>
                  <a:cubicBezTo>
                    <a:pt x="128" y="887"/>
                    <a:pt x="0" y="907"/>
                    <a:pt x="11" y="967"/>
                  </a:cubicBezTo>
                  <a:cubicBezTo>
                    <a:pt x="40" y="1147"/>
                    <a:pt x="1630" y="1398"/>
                    <a:pt x="1630" y="1398"/>
                  </a:cubicBezTo>
                  <a:cubicBezTo>
                    <a:pt x="968" y="1642"/>
                    <a:pt x="824" y="2051"/>
                    <a:pt x="930" y="2051"/>
                  </a:cubicBezTo>
                  <a:cubicBezTo>
                    <a:pt x="941" y="2051"/>
                    <a:pt x="954" y="2047"/>
                    <a:pt x="970" y="2038"/>
                  </a:cubicBezTo>
                  <a:cubicBezTo>
                    <a:pt x="1130" y="1927"/>
                    <a:pt x="1860" y="1878"/>
                    <a:pt x="2260" y="1807"/>
                  </a:cubicBezTo>
                  <a:cubicBezTo>
                    <a:pt x="2650" y="1727"/>
                    <a:pt x="3060" y="1398"/>
                    <a:pt x="3060" y="1398"/>
                  </a:cubicBezTo>
                  <a:cubicBezTo>
                    <a:pt x="4490" y="1398"/>
                    <a:pt x="9369" y="2227"/>
                    <a:pt x="11389" y="3007"/>
                  </a:cubicBezTo>
                  <a:cubicBezTo>
                    <a:pt x="12269" y="3343"/>
                    <a:pt x="13001" y="3515"/>
                    <a:pt x="13554" y="3515"/>
                  </a:cubicBezTo>
                  <a:cubicBezTo>
                    <a:pt x="14271" y="3515"/>
                    <a:pt x="14688" y="3225"/>
                    <a:pt x="14739" y="2627"/>
                  </a:cubicBezTo>
                  <a:cubicBezTo>
                    <a:pt x="14829" y="1558"/>
                    <a:pt x="14209" y="1287"/>
                    <a:pt x="10829" y="798"/>
                  </a:cubicBezTo>
                  <a:cubicBezTo>
                    <a:pt x="7459" y="318"/>
                    <a:pt x="2760" y="318"/>
                    <a:pt x="2760" y="318"/>
                  </a:cubicBezTo>
                  <a:cubicBezTo>
                    <a:pt x="2181" y="76"/>
                    <a:pt x="1570" y="0"/>
                    <a:pt x="1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4"/>
            <p:cNvSpPr/>
            <p:nvPr/>
          </p:nvSpPr>
          <p:spPr>
            <a:xfrm flipH="1">
              <a:off x="8741687" y="4556424"/>
              <a:ext cx="123014" cy="144373"/>
            </a:xfrm>
            <a:custGeom>
              <a:avLst/>
              <a:gdLst/>
              <a:ahLst/>
              <a:cxnLst/>
              <a:rect l="l" t="t" r="r" b="b"/>
              <a:pathLst>
                <a:path w="1100" h="1291" extrusionOk="0">
                  <a:moveTo>
                    <a:pt x="700" y="1"/>
                  </a:moveTo>
                  <a:lnTo>
                    <a:pt x="670" y="51"/>
                  </a:lnTo>
                  <a:lnTo>
                    <a:pt x="640" y="91"/>
                  </a:lnTo>
                  <a:lnTo>
                    <a:pt x="80" y="901"/>
                  </a:lnTo>
                  <a:lnTo>
                    <a:pt x="10" y="1001"/>
                  </a:lnTo>
                  <a:lnTo>
                    <a:pt x="0" y="1010"/>
                  </a:lnTo>
                  <a:lnTo>
                    <a:pt x="420" y="1290"/>
                  </a:lnTo>
                  <a:cubicBezTo>
                    <a:pt x="420" y="1290"/>
                    <a:pt x="470" y="1230"/>
                    <a:pt x="530" y="1130"/>
                  </a:cubicBezTo>
                  <a:cubicBezTo>
                    <a:pt x="680" y="921"/>
                    <a:pt x="930" y="561"/>
                    <a:pt x="1040" y="391"/>
                  </a:cubicBezTo>
                  <a:cubicBezTo>
                    <a:pt x="1050" y="371"/>
                    <a:pt x="1070" y="351"/>
                    <a:pt x="1070" y="331"/>
                  </a:cubicBezTo>
                  <a:cubicBezTo>
                    <a:pt x="1090" y="311"/>
                    <a:pt x="1100" y="291"/>
                    <a:pt x="1100" y="291"/>
                  </a:cubicBezTo>
                  <a:lnTo>
                    <a:pt x="7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4"/>
            <p:cNvSpPr/>
            <p:nvPr/>
          </p:nvSpPr>
          <p:spPr>
            <a:xfrm flipH="1">
              <a:off x="8603017" y="4375371"/>
              <a:ext cx="209123" cy="230371"/>
            </a:xfrm>
            <a:custGeom>
              <a:avLst/>
              <a:gdLst/>
              <a:ahLst/>
              <a:cxnLst/>
              <a:rect l="l" t="t" r="r" b="b"/>
              <a:pathLst>
                <a:path w="1870" h="2060" extrusionOk="0">
                  <a:moveTo>
                    <a:pt x="1050" y="0"/>
                  </a:moveTo>
                  <a:lnTo>
                    <a:pt x="920" y="190"/>
                  </a:lnTo>
                  <a:lnTo>
                    <a:pt x="170" y="1270"/>
                  </a:lnTo>
                  <a:lnTo>
                    <a:pt x="0" y="1520"/>
                  </a:lnTo>
                  <a:lnTo>
                    <a:pt x="180" y="1650"/>
                  </a:lnTo>
                  <a:lnTo>
                    <a:pt x="200" y="1670"/>
                  </a:lnTo>
                  <a:lnTo>
                    <a:pt x="600" y="1950"/>
                  </a:lnTo>
                  <a:lnTo>
                    <a:pt x="760" y="2060"/>
                  </a:lnTo>
                  <a:lnTo>
                    <a:pt x="880" y="1860"/>
                  </a:lnTo>
                  <a:lnTo>
                    <a:pt x="1660" y="660"/>
                  </a:lnTo>
                  <a:lnTo>
                    <a:pt x="1870" y="320"/>
                  </a:lnTo>
                  <a:lnTo>
                    <a:pt x="1340" y="120"/>
                  </a:lnTo>
                  <a:lnTo>
                    <a:pt x="10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4"/>
            <p:cNvSpPr/>
            <p:nvPr/>
          </p:nvSpPr>
          <p:spPr>
            <a:xfrm flipH="1">
              <a:off x="8703664" y="4508337"/>
              <a:ext cx="125250" cy="108587"/>
            </a:xfrm>
            <a:custGeom>
              <a:avLst/>
              <a:gdLst/>
              <a:ahLst/>
              <a:cxnLst/>
              <a:rect l="l" t="t" r="r" b="b"/>
              <a:pathLst>
                <a:path w="1120" h="971" extrusionOk="0">
                  <a:moveTo>
                    <a:pt x="220" y="1"/>
                  </a:moveTo>
                  <a:lnTo>
                    <a:pt x="0" y="291"/>
                  </a:lnTo>
                  <a:lnTo>
                    <a:pt x="320" y="521"/>
                  </a:lnTo>
                  <a:lnTo>
                    <a:pt x="720" y="821"/>
                  </a:lnTo>
                  <a:lnTo>
                    <a:pt x="930" y="971"/>
                  </a:lnTo>
                  <a:lnTo>
                    <a:pt x="1120" y="751"/>
                  </a:lnTo>
                  <a:lnTo>
                    <a:pt x="1030" y="671"/>
                  </a:lnTo>
                  <a:lnTo>
                    <a:pt x="960" y="611"/>
                  </a:lnTo>
                  <a:lnTo>
                    <a:pt x="440" y="181"/>
                  </a:lnTo>
                  <a:lnTo>
                    <a:pt x="320" y="81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4"/>
            <p:cNvSpPr/>
            <p:nvPr/>
          </p:nvSpPr>
          <p:spPr>
            <a:xfrm flipH="1">
              <a:off x="8271999" y="3837691"/>
              <a:ext cx="460854" cy="612608"/>
            </a:xfrm>
            <a:custGeom>
              <a:avLst/>
              <a:gdLst/>
              <a:ahLst/>
              <a:cxnLst/>
              <a:rect l="l" t="t" r="r" b="b"/>
              <a:pathLst>
                <a:path w="4121" h="5478" extrusionOk="0">
                  <a:moveTo>
                    <a:pt x="3286" y="1"/>
                  </a:moveTo>
                  <a:cubicBezTo>
                    <a:pt x="2822" y="1"/>
                    <a:pt x="2269" y="377"/>
                    <a:pt x="2011" y="698"/>
                  </a:cubicBezTo>
                  <a:cubicBezTo>
                    <a:pt x="1971" y="749"/>
                    <a:pt x="1901" y="858"/>
                    <a:pt x="1811" y="998"/>
                  </a:cubicBezTo>
                  <a:cubicBezTo>
                    <a:pt x="1811" y="998"/>
                    <a:pt x="1801" y="998"/>
                    <a:pt x="1801" y="1009"/>
                  </a:cubicBezTo>
                  <a:cubicBezTo>
                    <a:pt x="1261" y="1858"/>
                    <a:pt x="1" y="4068"/>
                    <a:pt x="111" y="4718"/>
                  </a:cubicBezTo>
                  <a:cubicBezTo>
                    <a:pt x="121" y="4818"/>
                    <a:pt x="161" y="4908"/>
                    <a:pt x="211" y="4998"/>
                  </a:cubicBezTo>
                  <a:cubicBezTo>
                    <a:pt x="351" y="5248"/>
                    <a:pt x="631" y="5428"/>
                    <a:pt x="951" y="5468"/>
                  </a:cubicBezTo>
                  <a:cubicBezTo>
                    <a:pt x="996" y="5474"/>
                    <a:pt x="1042" y="5477"/>
                    <a:pt x="1089" y="5477"/>
                  </a:cubicBezTo>
                  <a:cubicBezTo>
                    <a:pt x="1426" y="5477"/>
                    <a:pt x="1803" y="5316"/>
                    <a:pt x="2111" y="4938"/>
                  </a:cubicBezTo>
                  <a:cubicBezTo>
                    <a:pt x="2861" y="4028"/>
                    <a:pt x="4120" y="1918"/>
                    <a:pt x="4120" y="1918"/>
                  </a:cubicBezTo>
                  <a:lnTo>
                    <a:pt x="4120" y="1918"/>
                  </a:lnTo>
                  <a:cubicBezTo>
                    <a:pt x="4120" y="1918"/>
                    <a:pt x="4120" y="1918"/>
                    <a:pt x="4120" y="1918"/>
                  </a:cubicBezTo>
                  <a:cubicBezTo>
                    <a:pt x="4101" y="1918"/>
                    <a:pt x="3773" y="1908"/>
                    <a:pt x="3831" y="1218"/>
                  </a:cubicBezTo>
                  <a:cubicBezTo>
                    <a:pt x="3891" y="509"/>
                    <a:pt x="3940" y="129"/>
                    <a:pt x="3451" y="18"/>
                  </a:cubicBezTo>
                  <a:cubicBezTo>
                    <a:pt x="3398" y="6"/>
                    <a:pt x="3343" y="1"/>
                    <a:pt x="32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4"/>
            <p:cNvSpPr/>
            <p:nvPr/>
          </p:nvSpPr>
          <p:spPr>
            <a:xfrm flipH="1">
              <a:off x="8788655" y="4645888"/>
              <a:ext cx="126369" cy="104114"/>
            </a:xfrm>
            <a:custGeom>
              <a:avLst/>
              <a:gdLst/>
              <a:ahLst/>
              <a:cxnLst/>
              <a:rect l="l" t="t" r="r" b="b"/>
              <a:pathLst>
                <a:path w="1130" h="931" extrusionOk="0">
                  <a:moveTo>
                    <a:pt x="330" y="1"/>
                  </a:moveTo>
                  <a:lnTo>
                    <a:pt x="40" y="430"/>
                  </a:lnTo>
                  <a:lnTo>
                    <a:pt x="0" y="490"/>
                  </a:lnTo>
                  <a:lnTo>
                    <a:pt x="860" y="930"/>
                  </a:lnTo>
                  <a:lnTo>
                    <a:pt x="930" y="790"/>
                  </a:lnTo>
                  <a:lnTo>
                    <a:pt x="1130" y="401"/>
                  </a:lnTo>
                  <a:lnTo>
                    <a:pt x="1000" y="341"/>
                  </a:lnTo>
                  <a:lnTo>
                    <a:pt x="980" y="330"/>
                  </a:lnTo>
                  <a:lnTo>
                    <a:pt x="530" y="101"/>
                  </a:lnTo>
                  <a:lnTo>
                    <a:pt x="3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4"/>
            <p:cNvSpPr/>
            <p:nvPr/>
          </p:nvSpPr>
          <p:spPr>
            <a:xfrm flipH="1">
              <a:off x="8780715" y="4675971"/>
              <a:ext cx="240548" cy="171324"/>
            </a:xfrm>
            <a:custGeom>
              <a:avLst/>
              <a:gdLst/>
              <a:ahLst/>
              <a:cxnLst/>
              <a:rect l="l" t="t" r="r" b="b"/>
              <a:pathLst>
                <a:path w="2151" h="1532" extrusionOk="0">
                  <a:moveTo>
                    <a:pt x="505" y="0"/>
                  </a:moveTo>
                  <a:cubicBezTo>
                    <a:pt x="458" y="0"/>
                    <a:pt x="405" y="37"/>
                    <a:pt x="351" y="81"/>
                  </a:cubicBezTo>
                  <a:cubicBezTo>
                    <a:pt x="271" y="141"/>
                    <a:pt x="191" y="241"/>
                    <a:pt x="120" y="332"/>
                  </a:cubicBezTo>
                  <a:cubicBezTo>
                    <a:pt x="91" y="361"/>
                    <a:pt x="71" y="401"/>
                    <a:pt x="40" y="432"/>
                  </a:cubicBezTo>
                  <a:cubicBezTo>
                    <a:pt x="20" y="472"/>
                    <a:pt x="0" y="501"/>
                    <a:pt x="0" y="501"/>
                  </a:cubicBezTo>
                  <a:lnTo>
                    <a:pt x="300" y="1101"/>
                  </a:lnTo>
                  <a:lnTo>
                    <a:pt x="420" y="1161"/>
                  </a:lnTo>
                  <a:lnTo>
                    <a:pt x="420" y="1172"/>
                  </a:lnTo>
                  <a:lnTo>
                    <a:pt x="1080" y="1532"/>
                  </a:lnTo>
                  <a:lnTo>
                    <a:pt x="2120" y="1341"/>
                  </a:lnTo>
                  <a:lnTo>
                    <a:pt x="2150" y="1332"/>
                  </a:lnTo>
                  <a:lnTo>
                    <a:pt x="2140" y="1232"/>
                  </a:lnTo>
                  <a:lnTo>
                    <a:pt x="2030" y="581"/>
                  </a:lnTo>
                  <a:cubicBezTo>
                    <a:pt x="2030" y="581"/>
                    <a:pt x="2010" y="581"/>
                    <a:pt x="1990" y="572"/>
                  </a:cubicBezTo>
                  <a:cubicBezTo>
                    <a:pt x="1970" y="561"/>
                    <a:pt x="1930" y="541"/>
                    <a:pt x="1880" y="521"/>
                  </a:cubicBezTo>
                  <a:cubicBezTo>
                    <a:pt x="1680" y="441"/>
                    <a:pt x="1300" y="281"/>
                    <a:pt x="990" y="161"/>
                  </a:cubicBezTo>
                  <a:cubicBezTo>
                    <a:pt x="771" y="72"/>
                    <a:pt x="580" y="12"/>
                    <a:pt x="520" y="1"/>
                  </a:cubicBezTo>
                  <a:cubicBezTo>
                    <a:pt x="515" y="0"/>
                    <a:pt x="510" y="0"/>
                    <a:pt x="5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4"/>
            <p:cNvSpPr/>
            <p:nvPr/>
          </p:nvSpPr>
          <p:spPr>
            <a:xfrm flipH="1">
              <a:off x="8630863" y="4722268"/>
              <a:ext cx="178034" cy="223437"/>
            </a:xfrm>
            <a:custGeom>
              <a:avLst/>
              <a:gdLst/>
              <a:ahLst/>
              <a:cxnLst/>
              <a:rect l="l" t="t" r="r" b="b"/>
              <a:pathLst>
                <a:path w="1592" h="1998" extrusionOk="0">
                  <a:moveTo>
                    <a:pt x="330" y="1"/>
                  </a:moveTo>
                  <a:cubicBezTo>
                    <a:pt x="309" y="1"/>
                    <a:pt x="286" y="3"/>
                    <a:pt x="261" y="7"/>
                  </a:cubicBezTo>
                  <a:cubicBezTo>
                    <a:pt x="11" y="58"/>
                    <a:pt x="1" y="438"/>
                    <a:pt x="221" y="927"/>
                  </a:cubicBezTo>
                  <a:lnTo>
                    <a:pt x="1331" y="1998"/>
                  </a:lnTo>
                  <a:lnTo>
                    <a:pt x="1591" y="1858"/>
                  </a:lnTo>
                  <a:cubicBezTo>
                    <a:pt x="1591" y="1858"/>
                    <a:pt x="831" y="1507"/>
                    <a:pt x="691" y="798"/>
                  </a:cubicBezTo>
                  <a:cubicBezTo>
                    <a:pt x="557" y="171"/>
                    <a:pt x="511" y="1"/>
                    <a:pt x="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4"/>
            <p:cNvSpPr/>
            <p:nvPr/>
          </p:nvSpPr>
          <p:spPr>
            <a:xfrm flipH="1">
              <a:off x="8509078" y="4697218"/>
              <a:ext cx="635197" cy="382349"/>
            </a:xfrm>
            <a:custGeom>
              <a:avLst/>
              <a:gdLst/>
              <a:ahLst/>
              <a:cxnLst/>
              <a:rect l="l" t="t" r="r" b="b"/>
              <a:pathLst>
                <a:path w="5680" h="3419" extrusionOk="0">
                  <a:moveTo>
                    <a:pt x="960" y="0"/>
                  </a:moveTo>
                  <a:cubicBezTo>
                    <a:pt x="857" y="0"/>
                    <a:pt x="789" y="68"/>
                    <a:pt x="720" y="182"/>
                  </a:cubicBezTo>
                  <a:cubicBezTo>
                    <a:pt x="660" y="282"/>
                    <a:pt x="600" y="411"/>
                    <a:pt x="520" y="571"/>
                  </a:cubicBezTo>
                  <a:cubicBezTo>
                    <a:pt x="371" y="871"/>
                    <a:pt x="280" y="1131"/>
                    <a:pt x="200" y="1371"/>
                  </a:cubicBezTo>
                  <a:cubicBezTo>
                    <a:pt x="171" y="1471"/>
                    <a:pt x="140" y="1562"/>
                    <a:pt x="111" y="1651"/>
                  </a:cubicBezTo>
                  <a:cubicBezTo>
                    <a:pt x="0" y="1991"/>
                    <a:pt x="140" y="1922"/>
                    <a:pt x="800" y="2322"/>
                  </a:cubicBezTo>
                  <a:cubicBezTo>
                    <a:pt x="1460" y="2731"/>
                    <a:pt x="1731" y="2702"/>
                    <a:pt x="2180" y="2811"/>
                  </a:cubicBezTo>
                  <a:cubicBezTo>
                    <a:pt x="2620" y="2922"/>
                    <a:pt x="2560" y="3091"/>
                    <a:pt x="3250" y="3301"/>
                  </a:cubicBezTo>
                  <a:cubicBezTo>
                    <a:pt x="3565" y="3391"/>
                    <a:pt x="3956" y="3419"/>
                    <a:pt x="4320" y="3419"/>
                  </a:cubicBezTo>
                  <a:cubicBezTo>
                    <a:pt x="4765" y="3419"/>
                    <a:pt x="5169" y="3378"/>
                    <a:pt x="5340" y="3361"/>
                  </a:cubicBezTo>
                  <a:cubicBezTo>
                    <a:pt x="5510" y="3331"/>
                    <a:pt x="5610" y="3251"/>
                    <a:pt x="5650" y="3102"/>
                  </a:cubicBezTo>
                  <a:cubicBezTo>
                    <a:pt x="5680" y="3002"/>
                    <a:pt x="5680" y="2871"/>
                    <a:pt x="5660" y="2711"/>
                  </a:cubicBezTo>
                  <a:cubicBezTo>
                    <a:pt x="5610" y="2391"/>
                    <a:pt x="5070" y="2262"/>
                    <a:pt x="4590" y="2082"/>
                  </a:cubicBezTo>
                  <a:cubicBezTo>
                    <a:pt x="4590" y="2082"/>
                    <a:pt x="4580" y="2082"/>
                    <a:pt x="4580" y="2071"/>
                  </a:cubicBezTo>
                  <a:cubicBezTo>
                    <a:pt x="4520" y="2051"/>
                    <a:pt x="4460" y="2022"/>
                    <a:pt x="4400" y="2002"/>
                  </a:cubicBezTo>
                  <a:cubicBezTo>
                    <a:pt x="3990" y="1811"/>
                    <a:pt x="3450" y="1271"/>
                    <a:pt x="3240" y="1042"/>
                  </a:cubicBezTo>
                  <a:lnTo>
                    <a:pt x="3140" y="942"/>
                  </a:lnTo>
                  <a:cubicBezTo>
                    <a:pt x="2960" y="786"/>
                    <a:pt x="2827" y="736"/>
                    <a:pt x="2704" y="736"/>
                  </a:cubicBezTo>
                  <a:cubicBezTo>
                    <a:pt x="2576" y="736"/>
                    <a:pt x="2459" y="790"/>
                    <a:pt x="2310" y="831"/>
                  </a:cubicBezTo>
                  <a:cubicBezTo>
                    <a:pt x="2200" y="871"/>
                    <a:pt x="2070" y="891"/>
                    <a:pt x="1900" y="891"/>
                  </a:cubicBezTo>
                  <a:cubicBezTo>
                    <a:pt x="1391" y="871"/>
                    <a:pt x="1380" y="371"/>
                    <a:pt x="1220" y="142"/>
                  </a:cubicBezTo>
                  <a:cubicBezTo>
                    <a:pt x="1191" y="91"/>
                    <a:pt x="1151" y="51"/>
                    <a:pt x="1100" y="31"/>
                  </a:cubicBezTo>
                  <a:cubicBezTo>
                    <a:pt x="1091" y="22"/>
                    <a:pt x="1080" y="22"/>
                    <a:pt x="1071" y="22"/>
                  </a:cubicBezTo>
                  <a:cubicBezTo>
                    <a:pt x="1029" y="7"/>
                    <a:pt x="993" y="0"/>
                    <a:pt x="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4"/>
            <p:cNvSpPr/>
            <p:nvPr/>
          </p:nvSpPr>
          <p:spPr>
            <a:xfrm flipH="1">
              <a:off x="8512321" y="4850538"/>
              <a:ext cx="631954" cy="229029"/>
            </a:xfrm>
            <a:custGeom>
              <a:avLst/>
              <a:gdLst/>
              <a:ahLst/>
              <a:cxnLst/>
              <a:rect l="l" t="t" r="r" b="b"/>
              <a:pathLst>
                <a:path w="5651" h="2048" extrusionOk="0">
                  <a:moveTo>
                    <a:pt x="200" y="0"/>
                  </a:moveTo>
                  <a:cubicBezTo>
                    <a:pt x="171" y="100"/>
                    <a:pt x="140" y="191"/>
                    <a:pt x="111" y="280"/>
                  </a:cubicBezTo>
                  <a:cubicBezTo>
                    <a:pt x="0" y="620"/>
                    <a:pt x="140" y="551"/>
                    <a:pt x="800" y="951"/>
                  </a:cubicBezTo>
                  <a:cubicBezTo>
                    <a:pt x="1460" y="1360"/>
                    <a:pt x="1731" y="1331"/>
                    <a:pt x="2180" y="1440"/>
                  </a:cubicBezTo>
                  <a:cubicBezTo>
                    <a:pt x="2620" y="1551"/>
                    <a:pt x="2560" y="1720"/>
                    <a:pt x="3250" y="1930"/>
                  </a:cubicBezTo>
                  <a:cubicBezTo>
                    <a:pt x="3565" y="2020"/>
                    <a:pt x="3956" y="2048"/>
                    <a:pt x="4320" y="2048"/>
                  </a:cubicBezTo>
                  <a:cubicBezTo>
                    <a:pt x="4765" y="2048"/>
                    <a:pt x="5169" y="2007"/>
                    <a:pt x="5340" y="1990"/>
                  </a:cubicBezTo>
                  <a:cubicBezTo>
                    <a:pt x="5510" y="1960"/>
                    <a:pt x="5610" y="1880"/>
                    <a:pt x="5650" y="1731"/>
                  </a:cubicBezTo>
                  <a:lnTo>
                    <a:pt x="5650" y="1731"/>
                  </a:lnTo>
                  <a:cubicBezTo>
                    <a:pt x="5554" y="1732"/>
                    <a:pt x="5461" y="1733"/>
                    <a:pt x="5370" y="1733"/>
                  </a:cubicBezTo>
                  <a:cubicBezTo>
                    <a:pt x="3121" y="1733"/>
                    <a:pt x="2632" y="1156"/>
                    <a:pt x="2180" y="791"/>
                  </a:cubicBezTo>
                  <a:cubicBezTo>
                    <a:pt x="1780" y="480"/>
                    <a:pt x="591" y="111"/>
                    <a:pt x="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4"/>
            <p:cNvSpPr/>
            <p:nvPr/>
          </p:nvSpPr>
          <p:spPr>
            <a:xfrm flipH="1">
              <a:off x="8863470" y="4716118"/>
              <a:ext cx="201407" cy="96510"/>
            </a:xfrm>
            <a:custGeom>
              <a:avLst/>
              <a:gdLst/>
              <a:ahLst/>
              <a:cxnLst/>
              <a:rect l="l" t="t" r="r" b="b"/>
              <a:pathLst>
                <a:path w="1801" h="863" extrusionOk="0">
                  <a:moveTo>
                    <a:pt x="50" y="0"/>
                  </a:moveTo>
                  <a:cubicBezTo>
                    <a:pt x="34" y="0"/>
                    <a:pt x="17" y="1"/>
                    <a:pt x="1" y="2"/>
                  </a:cubicBezTo>
                  <a:lnTo>
                    <a:pt x="10" y="33"/>
                  </a:lnTo>
                  <a:cubicBezTo>
                    <a:pt x="25" y="31"/>
                    <a:pt x="41" y="31"/>
                    <a:pt x="57" y="31"/>
                  </a:cubicBezTo>
                  <a:cubicBezTo>
                    <a:pt x="157" y="31"/>
                    <a:pt x="267" y="64"/>
                    <a:pt x="310" y="202"/>
                  </a:cubicBezTo>
                  <a:cubicBezTo>
                    <a:pt x="341" y="342"/>
                    <a:pt x="461" y="682"/>
                    <a:pt x="781" y="813"/>
                  </a:cubicBezTo>
                  <a:cubicBezTo>
                    <a:pt x="861" y="842"/>
                    <a:pt x="950" y="862"/>
                    <a:pt x="1050" y="862"/>
                  </a:cubicBezTo>
                  <a:cubicBezTo>
                    <a:pt x="1270" y="862"/>
                    <a:pt x="1520" y="782"/>
                    <a:pt x="1800" y="622"/>
                  </a:cubicBezTo>
                  <a:lnTo>
                    <a:pt x="1790" y="593"/>
                  </a:lnTo>
                  <a:cubicBezTo>
                    <a:pt x="1508" y="751"/>
                    <a:pt x="1263" y="834"/>
                    <a:pt x="1053" y="834"/>
                  </a:cubicBezTo>
                  <a:cubicBezTo>
                    <a:pt x="959" y="834"/>
                    <a:pt x="871" y="817"/>
                    <a:pt x="790" y="782"/>
                  </a:cubicBezTo>
                  <a:cubicBezTo>
                    <a:pt x="481" y="653"/>
                    <a:pt x="370" y="333"/>
                    <a:pt x="341" y="202"/>
                  </a:cubicBezTo>
                  <a:cubicBezTo>
                    <a:pt x="297" y="37"/>
                    <a:pt x="169" y="0"/>
                    <a:pt x="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4"/>
            <p:cNvSpPr/>
            <p:nvPr/>
          </p:nvSpPr>
          <p:spPr>
            <a:xfrm flipH="1">
              <a:off x="8361464" y="3883653"/>
              <a:ext cx="41377" cy="51218"/>
            </a:xfrm>
            <a:custGeom>
              <a:avLst/>
              <a:gdLst/>
              <a:ahLst/>
              <a:cxnLst/>
              <a:rect l="l" t="t" r="r" b="b"/>
              <a:pathLst>
                <a:path w="370" h="458" extrusionOk="0">
                  <a:moveTo>
                    <a:pt x="282" y="0"/>
                  </a:moveTo>
                  <a:cubicBezTo>
                    <a:pt x="227" y="0"/>
                    <a:pt x="139" y="66"/>
                    <a:pt x="80" y="167"/>
                  </a:cubicBezTo>
                  <a:cubicBezTo>
                    <a:pt x="10" y="287"/>
                    <a:pt x="0" y="418"/>
                    <a:pt x="60" y="447"/>
                  </a:cubicBezTo>
                  <a:cubicBezTo>
                    <a:pt x="71" y="454"/>
                    <a:pt x="83" y="458"/>
                    <a:pt x="95" y="458"/>
                  </a:cubicBezTo>
                  <a:cubicBezTo>
                    <a:pt x="154" y="458"/>
                    <a:pt x="232" y="386"/>
                    <a:pt x="290" y="287"/>
                  </a:cubicBezTo>
                  <a:cubicBezTo>
                    <a:pt x="360" y="167"/>
                    <a:pt x="370" y="47"/>
                    <a:pt x="310" y="7"/>
                  </a:cubicBezTo>
                  <a:cubicBezTo>
                    <a:pt x="302" y="3"/>
                    <a:pt x="293" y="0"/>
                    <a:pt x="2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4"/>
            <p:cNvSpPr/>
            <p:nvPr/>
          </p:nvSpPr>
          <p:spPr>
            <a:xfrm flipH="1">
              <a:off x="8748396" y="4566489"/>
              <a:ext cx="107357" cy="90695"/>
            </a:xfrm>
            <a:custGeom>
              <a:avLst/>
              <a:gdLst/>
              <a:ahLst/>
              <a:cxnLst/>
              <a:rect l="l" t="t" r="r" b="b"/>
              <a:pathLst>
                <a:path w="960" h="811" extrusionOk="0">
                  <a:moveTo>
                    <a:pt x="560" y="1"/>
                  </a:moveTo>
                  <a:lnTo>
                    <a:pt x="0" y="811"/>
                  </a:lnTo>
                  <a:lnTo>
                    <a:pt x="560" y="141"/>
                  </a:lnTo>
                  <a:lnTo>
                    <a:pt x="960" y="301"/>
                  </a:lnTo>
                  <a:lnTo>
                    <a:pt x="560" y="1"/>
                  </a:lnTo>
                  <a:close/>
                </a:path>
              </a:pathLst>
            </a:cu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4"/>
            <p:cNvSpPr/>
            <p:nvPr/>
          </p:nvSpPr>
          <p:spPr>
            <a:xfrm flipH="1">
              <a:off x="8626389" y="4396507"/>
              <a:ext cx="166851" cy="132072"/>
            </a:xfrm>
            <a:custGeom>
              <a:avLst/>
              <a:gdLst/>
              <a:ahLst/>
              <a:cxnLst/>
              <a:rect l="l" t="t" r="r" b="b"/>
              <a:pathLst>
                <a:path w="1492" h="1181" extrusionOk="0">
                  <a:moveTo>
                    <a:pt x="751" y="1"/>
                  </a:moveTo>
                  <a:lnTo>
                    <a:pt x="1" y="1081"/>
                  </a:lnTo>
                  <a:lnTo>
                    <a:pt x="121" y="1181"/>
                  </a:lnTo>
                  <a:lnTo>
                    <a:pt x="771" y="311"/>
                  </a:lnTo>
                  <a:cubicBezTo>
                    <a:pt x="1051" y="451"/>
                    <a:pt x="1261" y="481"/>
                    <a:pt x="1381" y="481"/>
                  </a:cubicBezTo>
                  <a:cubicBezTo>
                    <a:pt x="1451" y="481"/>
                    <a:pt x="1491" y="471"/>
                    <a:pt x="1491" y="471"/>
                  </a:cubicBezTo>
                  <a:cubicBezTo>
                    <a:pt x="1171" y="431"/>
                    <a:pt x="891" y="251"/>
                    <a:pt x="751" y="1"/>
                  </a:cubicBezTo>
                  <a:close/>
                </a:path>
              </a:pathLst>
            </a:cu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4"/>
            <p:cNvSpPr/>
            <p:nvPr/>
          </p:nvSpPr>
          <p:spPr>
            <a:xfrm flipH="1">
              <a:off x="8531446" y="3950416"/>
              <a:ext cx="190224" cy="498876"/>
            </a:xfrm>
            <a:custGeom>
              <a:avLst/>
              <a:gdLst/>
              <a:ahLst/>
              <a:cxnLst/>
              <a:rect l="l" t="t" r="r" b="b"/>
              <a:pathLst>
                <a:path w="1701" h="4461" extrusionOk="0">
                  <a:moveTo>
                    <a:pt x="1701" y="1"/>
                  </a:moveTo>
                  <a:cubicBezTo>
                    <a:pt x="1181" y="820"/>
                    <a:pt x="1" y="2890"/>
                    <a:pt x="1" y="3620"/>
                  </a:cubicBezTo>
                  <a:cubicBezTo>
                    <a:pt x="1" y="3650"/>
                    <a:pt x="1" y="3680"/>
                    <a:pt x="11" y="3710"/>
                  </a:cubicBezTo>
                  <a:cubicBezTo>
                    <a:pt x="21" y="3810"/>
                    <a:pt x="61" y="3900"/>
                    <a:pt x="111" y="3990"/>
                  </a:cubicBezTo>
                  <a:cubicBezTo>
                    <a:pt x="251" y="4240"/>
                    <a:pt x="531" y="4420"/>
                    <a:pt x="851" y="4460"/>
                  </a:cubicBezTo>
                  <a:cubicBezTo>
                    <a:pt x="681" y="4320"/>
                    <a:pt x="581" y="4140"/>
                    <a:pt x="531" y="3920"/>
                  </a:cubicBezTo>
                  <a:cubicBezTo>
                    <a:pt x="281" y="2880"/>
                    <a:pt x="1121" y="1070"/>
                    <a:pt x="1701" y="1"/>
                  </a:cubicBezTo>
                  <a:close/>
                </a:path>
              </a:pathLst>
            </a:cu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4"/>
            <p:cNvSpPr/>
            <p:nvPr/>
          </p:nvSpPr>
          <p:spPr>
            <a:xfrm flipH="1">
              <a:off x="8885836" y="4685029"/>
              <a:ext cx="122007" cy="111942"/>
            </a:xfrm>
            <a:custGeom>
              <a:avLst/>
              <a:gdLst/>
              <a:ahLst/>
              <a:cxnLst/>
              <a:rect l="l" t="t" r="r" b="b"/>
              <a:pathLst>
                <a:path w="1091" h="1001" extrusionOk="0">
                  <a:moveTo>
                    <a:pt x="231" y="0"/>
                  </a:moveTo>
                  <a:cubicBezTo>
                    <a:pt x="151" y="60"/>
                    <a:pt x="71" y="160"/>
                    <a:pt x="0" y="251"/>
                  </a:cubicBezTo>
                  <a:cubicBezTo>
                    <a:pt x="160" y="480"/>
                    <a:pt x="171" y="980"/>
                    <a:pt x="680" y="1000"/>
                  </a:cubicBezTo>
                  <a:lnTo>
                    <a:pt x="720" y="1000"/>
                  </a:lnTo>
                  <a:cubicBezTo>
                    <a:pt x="870" y="1000"/>
                    <a:pt x="990" y="971"/>
                    <a:pt x="1090" y="940"/>
                  </a:cubicBezTo>
                  <a:cubicBezTo>
                    <a:pt x="140" y="931"/>
                    <a:pt x="211" y="31"/>
                    <a:pt x="231" y="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4"/>
            <p:cNvSpPr/>
            <p:nvPr/>
          </p:nvSpPr>
          <p:spPr>
            <a:xfrm flipH="1">
              <a:off x="8885836" y="4699567"/>
              <a:ext cx="138782" cy="104114"/>
            </a:xfrm>
            <a:custGeom>
              <a:avLst/>
              <a:gdLst/>
              <a:ahLst/>
              <a:cxnLst/>
              <a:rect l="l" t="t" r="r" b="b"/>
              <a:pathLst>
                <a:path w="1241" h="931" extrusionOk="0">
                  <a:moveTo>
                    <a:pt x="1" y="1"/>
                  </a:moveTo>
                  <a:cubicBezTo>
                    <a:pt x="21" y="61"/>
                    <a:pt x="41" y="141"/>
                    <a:pt x="70" y="221"/>
                  </a:cubicBezTo>
                  <a:cubicBezTo>
                    <a:pt x="141" y="381"/>
                    <a:pt x="230" y="581"/>
                    <a:pt x="370" y="750"/>
                  </a:cubicBezTo>
                  <a:cubicBezTo>
                    <a:pt x="490" y="890"/>
                    <a:pt x="641" y="930"/>
                    <a:pt x="781" y="930"/>
                  </a:cubicBezTo>
                  <a:cubicBezTo>
                    <a:pt x="1010" y="930"/>
                    <a:pt x="1220" y="830"/>
                    <a:pt x="1240" y="810"/>
                  </a:cubicBezTo>
                  <a:lnTo>
                    <a:pt x="1240" y="810"/>
                  </a:lnTo>
                  <a:cubicBezTo>
                    <a:pt x="1140" y="841"/>
                    <a:pt x="1020" y="870"/>
                    <a:pt x="870" y="870"/>
                  </a:cubicBezTo>
                  <a:lnTo>
                    <a:pt x="830" y="870"/>
                  </a:lnTo>
                  <a:cubicBezTo>
                    <a:pt x="321" y="850"/>
                    <a:pt x="310" y="350"/>
                    <a:pt x="150" y="121"/>
                  </a:cubicBezTo>
                  <a:cubicBezTo>
                    <a:pt x="121" y="70"/>
                    <a:pt x="81" y="30"/>
                    <a:pt x="30" y="10"/>
                  </a:cubicBezTo>
                  <a:cubicBezTo>
                    <a:pt x="21" y="1"/>
                    <a:pt x="10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4"/>
            <p:cNvSpPr/>
            <p:nvPr/>
          </p:nvSpPr>
          <p:spPr>
            <a:xfrm flipH="1">
              <a:off x="7452283" y="3794972"/>
              <a:ext cx="191454" cy="195815"/>
            </a:xfrm>
            <a:custGeom>
              <a:avLst/>
              <a:gdLst/>
              <a:ahLst/>
              <a:cxnLst/>
              <a:rect l="l" t="t" r="r" b="b"/>
              <a:pathLst>
                <a:path w="1712" h="1751" extrusionOk="0">
                  <a:moveTo>
                    <a:pt x="441" y="0"/>
                  </a:moveTo>
                  <a:lnTo>
                    <a:pt x="141" y="411"/>
                  </a:lnTo>
                  <a:lnTo>
                    <a:pt x="1" y="591"/>
                  </a:lnTo>
                  <a:lnTo>
                    <a:pt x="31" y="620"/>
                  </a:lnTo>
                  <a:lnTo>
                    <a:pt x="1071" y="1750"/>
                  </a:lnTo>
                  <a:lnTo>
                    <a:pt x="1151" y="1651"/>
                  </a:lnTo>
                  <a:lnTo>
                    <a:pt x="1711" y="980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4"/>
            <p:cNvSpPr/>
            <p:nvPr/>
          </p:nvSpPr>
          <p:spPr>
            <a:xfrm flipH="1">
              <a:off x="7514908" y="3840822"/>
              <a:ext cx="207110" cy="255085"/>
            </a:xfrm>
            <a:custGeom>
              <a:avLst/>
              <a:gdLst/>
              <a:ahLst/>
              <a:cxnLst/>
              <a:rect l="l" t="t" r="r" b="b"/>
              <a:pathLst>
                <a:path w="1852" h="2281" extrusionOk="0">
                  <a:moveTo>
                    <a:pt x="581" y="1"/>
                  </a:moveTo>
                  <a:lnTo>
                    <a:pt x="401" y="230"/>
                  </a:lnTo>
                  <a:lnTo>
                    <a:pt x="201" y="490"/>
                  </a:lnTo>
                  <a:lnTo>
                    <a:pt x="1" y="741"/>
                  </a:lnTo>
                  <a:lnTo>
                    <a:pt x="111" y="1430"/>
                  </a:lnTo>
                  <a:lnTo>
                    <a:pt x="1071" y="2280"/>
                  </a:lnTo>
                  <a:lnTo>
                    <a:pt x="1151" y="2220"/>
                  </a:lnTo>
                  <a:lnTo>
                    <a:pt x="1231" y="2160"/>
                  </a:lnTo>
                  <a:lnTo>
                    <a:pt x="1561" y="1900"/>
                  </a:lnTo>
                  <a:lnTo>
                    <a:pt x="1581" y="1840"/>
                  </a:lnTo>
                  <a:lnTo>
                    <a:pt x="1851" y="1241"/>
                  </a:lnTo>
                  <a:cubicBezTo>
                    <a:pt x="1851" y="1241"/>
                    <a:pt x="1651" y="1061"/>
                    <a:pt x="1441" y="850"/>
                  </a:cubicBezTo>
                  <a:cubicBezTo>
                    <a:pt x="1241" y="641"/>
                    <a:pt x="841" y="1"/>
                    <a:pt x="841" y="1"/>
                  </a:cubicBezTo>
                  <a:cubicBezTo>
                    <a:pt x="831" y="11"/>
                    <a:pt x="799" y="14"/>
                    <a:pt x="760" y="14"/>
                  </a:cubicBezTo>
                  <a:cubicBezTo>
                    <a:pt x="683" y="14"/>
                    <a:pt x="581" y="1"/>
                    <a:pt x="5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4"/>
            <p:cNvSpPr/>
            <p:nvPr/>
          </p:nvSpPr>
          <p:spPr>
            <a:xfrm flipH="1">
              <a:off x="7582006" y="3817002"/>
              <a:ext cx="233838" cy="639000"/>
            </a:xfrm>
            <a:custGeom>
              <a:avLst/>
              <a:gdLst/>
              <a:ahLst/>
              <a:cxnLst/>
              <a:rect l="l" t="t" r="r" b="b"/>
              <a:pathLst>
                <a:path w="2091" h="5714" extrusionOk="0">
                  <a:moveTo>
                    <a:pt x="973" y="0"/>
                  </a:moveTo>
                  <a:cubicBezTo>
                    <a:pt x="713" y="0"/>
                    <a:pt x="379" y="58"/>
                    <a:pt x="50" y="183"/>
                  </a:cubicBezTo>
                  <a:cubicBezTo>
                    <a:pt x="50" y="183"/>
                    <a:pt x="0" y="1103"/>
                    <a:pt x="10" y="1663"/>
                  </a:cubicBezTo>
                  <a:cubicBezTo>
                    <a:pt x="20" y="2233"/>
                    <a:pt x="520" y="4323"/>
                    <a:pt x="640" y="4583"/>
                  </a:cubicBezTo>
                  <a:cubicBezTo>
                    <a:pt x="760" y="4853"/>
                    <a:pt x="1000" y="5593"/>
                    <a:pt x="1580" y="5713"/>
                  </a:cubicBezTo>
                  <a:cubicBezTo>
                    <a:pt x="1580" y="5713"/>
                    <a:pt x="2090" y="5453"/>
                    <a:pt x="1980" y="4903"/>
                  </a:cubicBezTo>
                  <a:cubicBezTo>
                    <a:pt x="1890" y="4453"/>
                    <a:pt x="1770" y="4073"/>
                    <a:pt x="1810" y="3763"/>
                  </a:cubicBezTo>
                  <a:cubicBezTo>
                    <a:pt x="1810" y="3753"/>
                    <a:pt x="1810" y="3733"/>
                    <a:pt x="1820" y="3713"/>
                  </a:cubicBezTo>
                  <a:cubicBezTo>
                    <a:pt x="1830" y="3663"/>
                    <a:pt x="1840" y="3613"/>
                    <a:pt x="1870" y="3563"/>
                  </a:cubicBezTo>
                  <a:cubicBezTo>
                    <a:pt x="2000" y="3293"/>
                    <a:pt x="2050" y="2613"/>
                    <a:pt x="2070" y="2373"/>
                  </a:cubicBezTo>
                  <a:lnTo>
                    <a:pt x="2070" y="2283"/>
                  </a:lnTo>
                  <a:cubicBezTo>
                    <a:pt x="2070" y="2283"/>
                    <a:pt x="2080" y="2263"/>
                    <a:pt x="2080" y="2223"/>
                  </a:cubicBezTo>
                  <a:cubicBezTo>
                    <a:pt x="2090" y="2103"/>
                    <a:pt x="2090" y="1863"/>
                    <a:pt x="1870" y="1683"/>
                  </a:cubicBezTo>
                  <a:cubicBezTo>
                    <a:pt x="1570" y="1454"/>
                    <a:pt x="1270" y="1633"/>
                    <a:pt x="1180" y="1403"/>
                  </a:cubicBezTo>
                  <a:cubicBezTo>
                    <a:pt x="1150" y="1314"/>
                    <a:pt x="1160" y="1163"/>
                    <a:pt x="1190" y="1003"/>
                  </a:cubicBezTo>
                  <a:cubicBezTo>
                    <a:pt x="1240" y="714"/>
                    <a:pt x="1360" y="374"/>
                    <a:pt x="1420" y="214"/>
                  </a:cubicBezTo>
                  <a:cubicBezTo>
                    <a:pt x="1450" y="134"/>
                    <a:pt x="1400" y="74"/>
                    <a:pt x="1290" y="43"/>
                  </a:cubicBezTo>
                  <a:lnTo>
                    <a:pt x="1170" y="14"/>
                  </a:lnTo>
                  <a:cubicBezTo>
                    <a:pt x="1111" y="5"/>
                    <a:pt x="1045" y="0"/>
                    <a:pt x="9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4"/>
            <p:cNvSpPr/>
            <p:nvPr/>
          </p:nvSpPr>
          <p:spPr>
            <a:xfrm flipH="1">
              <a:off x="7513902" y="4044242"/>
              <a:ext cx="121672" cy="207110"/>
            </a:xfrm>
            <a:custGeom>
              <a:avLst/>
              <a:gdLst/>
              <a:ahLst/>
              <a:cxnLst/>
              <a:rect l="l" t="t" r="r" b="b"/>
              <a:pathLst>
                <a:path w="1088" h="1852" extrusionOk="0">
                  <a:moveTo>
                    <a:pt x="715" y="1"/>
                  </a:moveTo>
                  <a:cubicBezTo>
                    <a:pt x="625" y="1"/>
                    <a:pt x="535" y="50"/>
                    <a:pt x="468" y="181"/>
                  </a:cubicBezTo>
                  <a:cubicBezTo>
                    <a:pt x="278" y="581"/>
                    <a:pt x="218" y="1011"/>
                    <a:pt x="148" y="1201"/>
                  </a:cubicBezTo>
                  <a:cubicBezTo>
                    <a:pt x="89" y="1399"/>
                    <a:pt x="0" y="1851"/>
                    <a:pt x="95" y="1851"/>
                  </a:cubicBezTo>
                  <a:cubicBezTo>
                    <a:pt x="96" y="1851"/>
                    <a:pt x="97" y="1851"/>
                    <a:pt x="98" y="1851"/>
                  </a:cubicBezTo>
                  <a:cubicBezTo>
                    <a:pt x="188" y="1841"/>
                    <a:pt x="208" y="1681"/>
                    <a:pt x="208" y="1681"/>
                  </a:cubicBezTo>
                  <a:cubicBezTo>
                    <a:pt x="208" y="1681"/>
                    <a:pt x="1088" y="571"/>
                    <a:pt x="1078" y="341"/>
                  </a:cubicBezTo>
                  <a:cubicBezTo>
                    <a:pt x="1071" y="195"/>
                    <a:pt x="892" y="1"/>
                    <a:pt x="7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4"/>
            <p:cNvSpPr/>
            <p:nvPr/>
          </p:nvSpPr>
          <p:spPr>
            <a:xfrm flipH="1">
              <a:off x="7639152" y="3825502"/>
              <a:ext cx="252737" cy="638441"/>
            </a:xfrm>
            <a:custGeom>
              <a:avLst/>
              <a:gdLst/>
              <a:ahLst/>
              <a:cxnLst/>
              <a:rect l="l" t="t" r="r" b="b"/>
              <a:pathLst>
                <a:path w="2260" h="5709" extrusionOk="0">
                  <a:moveTo>
                    <a:pt x="499" y="0"/>
                  </a:moveTo>
                  <a:cubicBezTo>
                    <a:pt x="329" y="0"/>
                    <a:pt x="177" y="168"/>
                    <a:pt x="100" y="418"/>
                  </a:cubicBezTo>
                  <a:cubicBezTo>
                    <a:pt x="0" y="778"/>
                    <a:pt x="190" y="1367"/>
                    <a:pt x="230" y="1477"/>
                  </a:cubicBezTo>
                  <a:cubicBezTo>
                    <a:pt x="280" y="1597"/>
                    <a:pt x="870" y="3267"/>
                    <a:pt x="1110" y="4287"/>
                  </a:cubicBezTo>
                  <a:cubicBezTo>
                    <a:pt x="1360" y="5317"/>
                    <a:pt x="1770" y="5597"/>
                    <a:pt x="1960" y="5677"/>
                  </a:cubicBezTo>
                  <a:cubicBezTo>
                    <a:pt x="2009" y="5700"/>
                    <a:pt x="2052" y="5709"/>
                    <a:pt x="2090" y="5709"/>
                  </a:cubicBezTo>
                  <a:cubicBezTo>
                    <a:pt x="2199" y="5709"/>
                    <a:pt x="2260" y="5637"/>
                    <a:pt x="2260" y="5637"/>
                  </a:cubicBezTo>
                  <a:cubicBezTo>
                    <a:pt x="2260" y="5637"/>
                    <a:pt x="1930" y="5337"/>
                    <a:pt x="1620" y="4917"/>
                  </a:cubicBezTo>
                  <a:cubicBezTo>
                    <a:pt x="1320" y="4507"/>
                    <a:pt x="920" y="2347"/>
                    <a:pt x="890" y="1477"/>
                  </a:cubicBezTo>
                  <a:cubicBezTo>
                    <a:pt x="860" y="618"/>
                    <a:pt x="730" y="107"/>
                    <a:pt x="730" y="107"/>
                  </a:cubicBezTo>
                  <a:cubicBezTo>
                    <a:pt x="653" y="33"/>
                    <a:pt x="575" y="0"/>
                    <a:pt x="4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4"/>
            <p:cNvSpPr/>
            <p:nvPr/>
          </p:nvSpPr>
          <p:spPr>
            <a:xfrm flipH="1">
              <a:off x="7682654" y="3818456"/>
              <a:ext cx="23708" cy="142137"/>
            </a:xfrm>
            <a:custGeom>
              <a:avLst/>
              <a:gdLst/>
              <a:ahLst/>
              <a:cxnLst/>
              <a:rect l="l" t="t" r="r" b="b"/>
              <a:pathLst>
                <a:path w="212" h="1271" extrusionOk="0">
                  <a:moveTo>
                    <a:pt x="181" y="1"/>
                  </a:moveTo>
                  <a:cubicBezTo>
                    <a:pt x="181" y="1"/>
                    <a:pt x="171" y="10"/>
                    <a:pt x="171" y="21"/>
                  </a:cubicBezTo>
                  <a:cubicBezTo>
                    <a:pt x="1" y="441"/>
                    <a:pt x="1" y="870"/>
                    <a:pt x="171" y="1270"/>
                  </a:cubicBezTo>
                  <a:lnTo>
                    <a:pt x="191" y="1261"/>
                  </a:lnTo>
                  <a:cubicBezTo>
                    <a:pt x="31" y="870"/>
                    <a:pt x="31" y="441"/>
                    <a:pt x="201" y="30"/>
                  </a:cubicBezTo>
                  <a:cubicBezTo>
                    <a:pt x="201" y="21"/>
                    <a:pt x="211" y="10"/>
                    <a:pt x="211" y="10"/>
                  </a:cubicBezTo>
                  <a:lnTo>
                    <a:pt x="1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4"/>
            <p:cNvSpPr/>
            <p:nvPr/>
          </p:nvSpPr>
          <p:spPr>
            <a:xfrm flipH="1">
              <a:off x="7627969" y="3840822"/>
              <a:ext cx="54797" cy="88458"/>
            </a:xfrm>
            <a:custGeom>
              <a:avLst/>
              <a:gdLst/>
              <a:ahLst/>
              <a:cxnLst/>
              <a:rect l="l" t="t" r="r" b="b"/>
              <a:pathLst>
                <a:path w="490" h="791" extrusionOk="0">
                  <a:moveTo>
                    <a:pt x="230" y="1"/>
                  </a:moveTo>
                  <a:cubicBezTo>
                    <a:pt x="170" y="161"/>
                    <a:pt x="50" y="501"/>
                    <a:pt x="0" y="790"/>
                  </a:cubicBezTo>
                  <a:cubicBezTo>
                    <a:pt x="50" y="710"/>
                    <a:pt x="250" y="421"/>
                    <a:pt x="380" y="210"/>
                  </a:cubicBezTo>
                  <a:cubicBezTo>
                    <a:pt x="440" y="110"/>
                    <a:pt x="480" y="30"/>
                    <a:pt x="490" y="1"/>
                  </a:cubicBezTo>
                  <a:lnTo>
                    <a:pt x="490" y="1"/>
                  </a:lnTo>
                  <a:cubicBezTo>
                    <a:pt x="480" y="10"/>
                    <a:pt x="450" y="21"/>
                    <a:pt x="410" y="21"/>
                  </a:cubicBezTo>
                  <a:cubicBezTo>
                    <a:pt x="340" y="21"/>
                    <a:pt x="230" y="1"/>
                    <a:pt x="230" y="1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4"/>
            <p:cNvSpPr/>
            <p:nvPr/>
          </p:nvSpPr>
          <p:spPr>
            <a:xfrm flipH="1">
              <a:off x="7655815" y="3821811"/>
              <a:ext cx="29188" cy="109706"/>
            </a:xfrm>
            <a:custGeom>
              <a:avLst/>
              <a:gdLst/>
              <a:ahLst/>
              <a:cxnLst/>
              <a:rect l="l" t="t" r="r" b="b"/>
              <a:pathLst>
                <a:path w="261" h="981" extrusionOk="0">
                  <a:moveTo>
                    <a:pt x="120" y="0"/>
                  </a:moveTo>
                  <a:lnTo>
                    <a:pt x="70" y="400"/>
                  </a:lnTo>
                  <a:lnTo>
                    <a:pt x="0" y="980"/>
                  </a:lnTo>
                  <a:lnTo>
                    <a:pt x="20" y="960"/>
                  </a:lnTo>
                  <a:cubicBezTo>
                    <a:pt x="70" y="671"/>
                    <a:pt x="190" y="331"/>
                    <a:pt x="250" y="171"/>
                  </a:cubicBezTo>
                  <a:cubicBezTo>
                    <a:pt x="260" y="160"/>
                    <a:pt x="260" y="140"/>
                    <a:pt x="260" y="131"/>
                  </a:cubicBezTo>
                  <a:cubicBezTo>
                    <a:pt x="260" y="71"/>
                    <a:pt x="210" y="31"/>
                    <a:pt x="1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3" name="Google Shape;1093;p44"/>
          <p:cNvSpPr/>
          <p:nvPr/>
        </p:nvSpPr>
        <p:spPr>
          <a:xfrm>
            <a:off x="-122750" y="-417696"/>
            <a:ext cx="9389475" cy="2407025"/>
          </a:xfrm>
          <a:custGeom>
            <a:avLst/>
            <a:gdLst/>
            <a:ahLst/>
            <a:cxnLst/>
            <a:rect l="l" t="t" r="r" b="b"/>
            <a:pathLst>
              <a:path w="375579" h="96281" extrusionOk="0">
                <a:moveTo>
                  <a:pt x="0" y="82297"/>
                </a:moveTo>
                <a:cubicBezTo>
                  <a:pt x="3682" y="84196"/>
                  <a:pt x="7537" y="102837"/>
                  <a:pt x="22093" y="93689"/>
                </a:cubicBezTo>
                <a:cubicBezTo>
                  <a:pt x="36649" y="84541"/>
                  <a:pt x="61216" y="28273"/>
                  <a:pt x="87336" y="27410"/>
                </a:cubicBezTo>
                <a:cubicBezTo>
                  <a:pt x="113456" y="26547"/>
                  <a:pt x="144351" y="92884"/>
                  <a:pt x="178814" y="88511"/>
                </a:cubicBezTo>
                <a:cubicBezTo>
                  <a:pt x="213277" y="84139"/>
                  <a:pt x="261318" y="9460"/>
                  <a:pt x="294112" y="1175"/>
                </a:cubicBezTo>
                <a:cubicBezTo>
                  <a:pt x="326906" y="-7110"/>
                  <a:pt x="362001" y="32531"/>
                  <a:pt x="375579" y="38802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94" name="Google Shape;1094;p44"/>
          <p:cNvSpPr/>
          <p:nvPr/>
        </p:nvSpPr>
        <p:spPr>
          <a:xfrm>
            <a:off x="-163975" y="3519818"/>
            <a:ext cx="7680725" cy="1709975"/>
          </a:xfrm>
          <a:custGeom>
            <a:avLst/>
            <a:gdLst/>
            <a:ahLst/>
            <a:cxnLst/>
            <a:rect l="l" t="t" r="r" b="b"/>
            <a:pathLst>
              <a:path w="307229" h="68399" extrusionOk="0">
                <a:moveTo>
                  <a:pt x="0" y="5918"/>
                </a:moveTo>
                <a:cubicBezTo>
                  <a:pt x="3164" y="5515"/>
                  <a:pt x="-3107" y="-5301"/>
                  <a:pt x="18986" y="3501"/>
                </a:cubicBezTo>
                <a:cubicBezTo>
                  <a:pt x="41079" y="12304"/>
                  <a:pt x="95333" y="56259"/>
                  <a:pt x="132557" y="58733"/>
                </a:cubicBezTo>
                <a:cubicBezTo>
                  <a:pt x="169781" y="61207"/>
                  <a:pt x="213220" y="16734"/>
                  <a:pt x="242332" y="18345"/>
                </a:cubicBezTo>
                <a:cubicBezTo>
                  <a:pt x="271444" y="19956"/>
                  <a:pt x="296413" y="60057"/>
                  <a:pt x="307229" y="68399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095" name="Google Shape;1095;p44"/>
          <p:cNvGrpSpPr/>
          <p:nvPr/>
        </p:nvGrpSpPr>
        <p:grpSpPr>
          <a:xfrm rot="2118559">
            <a:off x="3998345" y="1533161"/>
            <a:ext cx="523989" cy="523952"/>
            <a:chOff x="5866975" y="1985425"/>
            <a:chExt cx="464225" cy="464250"/>
          </a:xfrm>
        </p:grpSpPr>
        <p:sp>
          <p:nvSpPr>
            <p:cNvPr id="1096" name="Google Shape;1096;p44"/>
            <p:cNvSpPr/>
            <p:nvPr/>
          </p:nvSpPr>
          <p:spPr>
            <a:xfrm>
              <a:off x="5866975" y="1985425"/>
              <a:ext cx="464225" cy="464250"/>
            </a:xfrm>
            <a:custGeom>
              <a:avLst/>
              <a:gdLst/>
              <a:ahLst/>
              <a:cxnLst/>
              <a:rect l="l" t="t" r="r" b="b"/>
              <a:pathLst>
                <a:path w="18569" h="18570" extrusionOk="0">
                  <a:moveTo>
                    <a:pt x="9290" y="1"/>
                  </a:moveTo>
                  <a:cubicBezTo>
                    <a:pt x="6590" y="1"/>
                    <a:pt x="4160" y="1151"/>
                    <a:pt x="2470" y="2991"/>
                  </a:cubicBezTo>
                  <a:cubicBezTo>
                    <a:pt x="2290" y="3180"/>
                    <a:pt x="2120" y="3380"/>
                    <a:pt x="1960" y="3580"/>
                  </a:cubicBezTo>
                  <a:cubicBezTo>
                    <a:pt x="740" y="5151"/>
                    <a:pt x="0" y="7130"/>
                    <a:pt x="0" y="9280"/>
                  </a:cubicBezTo>
                  <a:lnTo>
                    <a:pt x="0" y="9310"/>
                  </a:lnTo>
                  <a:cubicBezTo>
                    <a:pt x="0" y="9500"/>
                    <a:pt x="11" y="9700"/>
                    <a:pt x="31" y="9900"/>
                  </a:cubicBezTo>
                  <a:cubicBezTo>
                    <a:pt x="171" y="12110"/>
                    <a:pt x="1090" y="14110"/>
                    <a:pt x="2510" y="15619"/>
                  </a:cubicBezTo>
                  <a:cubicBezTo>
                    <a:pt x="2700" y="15829"/>
                    <a:pt x="2900" y="16029"/>
                    <a:pt x="3120" y="16219"/>
                  </a:cubicBezTo>
                  <a:cubicBezTo>
                    <a:pt x="4760" y="17679"/>
                    <a:pt x="6919" y="18569"/>
                    <a:pt x="9290" y="18569"/>
                  </a:cubicBezTo>
                  <a:cubicBezTo>
                    <a:pt x="10379" y="18569"/>
                    <a:pt x="11429" y="18379"/>
                    <a:pt x="12409" y="18029"/>
                  </a:cubicBezTo>
                  <a:cubicBezTo>
                    <a:pt x="12609" y="17959"/>
                    <a:pt x="12799" y="17879"/>
                    <a:pt x="12999" y="17789"/>
                  </a:cubicBezTo>
                  <a:cubicBezTo>
                    <a:pt x="14549" y="17119"/>
                    <a:pt x="15869" y="16029"/>
                    <a:pt x="16838" y="14670"/>
                  </a:cubicBezTo>
                  <a:cubicBezTo>
                    <a:pt x="16958" y="14510"/>
                    <a:pt x="17069" y="14350"/>
                    <a:pt x="17178" y="14179"/>
                  </a:cubicBezTo>
                  <a:cubicBezTo>
                    <a:pt x="17958" y="12919"/>
                    <a:pt x="18449" y="11459"/>
                    <a:pt x="18549" y="9900"/>
                  </a:cubicBezTo>
                  <a:cubicBezTo>
                    <a:pt x="18558" y="9700"/>
                    <a:pt x="18569" y="9500"/>
                    <a:pt x="18569" y="9310"/>
                  </a:cubicBezTo>
                  <a:lnTo>
                    <a:pt x="18569" y="9280"/>
                  </a:lnTo>
                  <a:cubicBezTo>
                    <a:pt x="18569" y="7670"/>
                    <a:pt x="18158" y="6150"/>
                    <a:pt x="17429" y="4831"/>
                  </a:cubicBezTo>
                  <a:cubicBezTo>
                    <a:pt x="17329" y="4651"/>
                    <a:pt x="17229" y="4480"/>
                    <a:pt x="17118" y="4311"/>
                  </a:cubicBezTo>
                  <a:cubicBezTo>
                    <a:pt x="16138" y="2760"/>
                    <a:pt x="14699" y="1521"/>
                    <a:pt x="12999" y="781"/>
                  </a:cubicBezTo>
                  <a:cubicBezTo>
                    <a:pt x="12799" y="691"/>
                    <a:pt x="12609" y="611"/>
                    <a:pt x="12409" y="541"/>
                  </a:cubicBezTo>
                  <a:cubicBezTo>
                    <a:pt x="11429" y="191"/>
                    <a:pt x="10379" y="1"/>
                    <a:pt x="9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4"/>
            <p:cNvSpPr/>
            <p:nvPr/>
          </p:nvSpPr>
          <p:spPr>
            <a:xfrm>
              <a:off x="5866975" y="1998925"/>
              <a:ext cx="464225" cy="437250"/>
            </a:xfrm>
            <a:custGeom>
              <a:avLst/>
              <a:gdLst/>
              <a:ahLst/>
              <a:cxnLst/>
              <a:rect l="l" t="t" r="r" b="b"/>
              <a:pathLst>
                <a:path w="18569" h="17490" extrusionOk="0">
                  <a:moveTo>
                    <a:pt x="12409" y="1"/>
                  </a:moveTo>
                  <a:lnTo>
                    <a:pt x="12409" y="8770"/>
                  </a:lnTo>
                  <a:lnTo>
                    <a:pt x="10989" y="8770"/>
                  </a:lnTo>
                  <a:cubicBezTo>
                    <a:pt x="10829" y="5250"/>
                    <a:pt x="7930" y="2451"/>
                    <a:pt x="4380" y="2451"/>
                  </a:cubicBezTo>
                  <a:lnTo>
                    <a:pt x="2470" y="2451"/>
                  </a:lnTo>
                  <a:cubicBezTo>
                    <a:pt x="2290" y="2640"/>
                    <a:pt x="2120" y="2840"/>
                    <a:pt x="1960" y="3040"/>
                  </a:cubicBezTo>
                  <a:lnTo>
                    <a:pt x="4380" y="3040"/>
                  </a:lnTo>
                  <a:cubicBezTo>
                    <a:pt x="7599" y="3040"/>
                    <a:pt x="10239" y="5580"/>
                    <a:pt x="10389" y="8770"/>
                  </a:cubicBezTo>
                  <a:lnTo>
                    <a:pt x="0" y="8770"/>
                  </a:lnTo>
                  <a:cubicBezTo>
                    <a:pt x="0" y="8960"/>
                    <a:pt x="11" y="9160"/>
                    <a:pt x="31" y="9360"/>
                  </a:cubicBezTo>
                  <a:lnTo>
                    <a:pt x="10389" y="9360"/>
                  </a:lnTo>
                  <a:cubicBezTo>
                    <a:pt x="10239" y="12539"/>
                    <a:pt x="7599" y="15079"/>
                    <a:pt x="4380" y="15079"/>
                  </a:cubicBezTo>
                  <a:lnTo>
                    <a:pt x="2510" y="15079"/>
                  </a:lnTo>
                  <a:cubicBezTo>
                    <a:pt x="2700" y="15289"/>
                    <a:pt x="2900" y="15489"/>
                    <a:pt x="3120" y="15679"/>
                  </a:cubicBezTo>
                  <a:lnTo>
                    <a:pt x="4380" y="15679"/>
                  </a:lnTo>
                  <a:cubicBezTo>
                    <a:pt x="7930" y="15679"/>
                    <a:pt x="10829" y="12870"/>
                    <a:pt x="10989" y="9360"/>
                  </a:cubicBezTo>
                  <a:lnTo>
                    <a:pt x="12409" y="9360"/>
                  </a:lnTo>
                  <a:lnTo>
                    <a:pt x="12409" y="17489"/>
                  </a:lnTo>
                  <a:cubicBezTo>
                    <a:pt x="12609" y="17419"/>
                    <a:pt x="12799" y="17339"/>
                    <a:pt x="12999" y="17249"/>
                  </a:cubicBezTo>
                  <a:lnTo>
                    <a:pt x="12999" y="9360"/>
                  </a:lnTo>
                  <a:lnTo>
                    <a:pt x="14479" y="9360"/>
                  </a:lnTo>
                  <a:cubicBezTo>
                    <a:pt x="14559" y="11270"/>
                    <a:pt x="15469" y="12979"/>
                    <a:pt x="16838" y="14130"/>
                  </a:cubicBezTo>
                  <a:cubicBezTo>
                    <a:pt x="16958" y="13970"/>
                    <a:pt x="17069" y="13810"/>
                    <a:pt x="17178" y="13639"/>
                  </a:cubicBezTo>
                  <a:cubicBezTo>
                    <a:pt x="15958" y="12590"/>
                    <a:pt x="15158" y="11070"/>
                    <a:pt x="15069" y="9360"/>
                  </a:cubicBezTo>
                  <a:lnTo>
                    <a:pt x="18549" y="9360"/>
                  </a:lnTo>
                  <a:cubicBezTo>
                    <a:pt x="18558" y="9160"/>
                    <a:pt x="18569" y="8960"/>
                    <a:pt x="18569" y="8770"/>
                  </a:cubicBezTo>
                  <a:lnTo>
                    <a:pt x="15069" y="8770"/>
                  </a:lnTo>
                  <a:cubicBezTo>
                    <a:pt x="15158" y="6940"/>
                    <a:pt x="16069" y="5330"/>
                    <a:pt x="17429" y="4291"/>
                  </a:cubicBezTo>
                  <a:cubicBezTo>
                    <a:pt x="17329" y="4111"/>
                    <a:pt x="17229" y="3940"/>
                    <a:pt x="17118" y="3771"/>
                  </a:cubicBezTo>
                  <a:cubicBezTo>
                    <a:pt x="15589" y="4920"/>
                    <a:pt x="14569" y="6730"/>
                    <a:pt x="14479" y="8770"/>
                  </a:cubicBezTo>
                  <a:lnTo>
                    <a:pt x="12999" y="8770"/>
                  </a:lnTo>
                  <a:lnTo>
                    <a:pt x="12999" y="241"/>
                  </a:lnTo>
                  <a:cubicBezTo>
                    <a:pt x="12799" y="151"/>
                    <a:pt x="12609" y="71"/>
                    <a:pt x="124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4"/>
            <p:cNvSpPr/>
            <p:nvPr/>
          </p:nvSpPr>
          <p:spPr>
            <a:xfrm>
              <a:off x="6192200" y="2429650"/>
              <a:ext cx="1250" cy="525"/>
            </a:xfrm>
            <a:custGeom>
              <a:avLst/>
              <a:gdLst/>
              <a:ahLst/>
              <a:cxnLst/>
              <a:rect l="l" t="t" r="r" b="b"/>
              <a:pathLst>
                <a:path w="50" h="21" extrusionOk="0">
                  <a:moveTo>
                    <a:pt x="0" y="20"/>
                  </a:moveTo>
                  <a:lnTo>
                    <a:pt x="0" y="20"/>
                  </a:lnTo>
                  <a:lnTo>
                    <a:pt x="0" y="20"/>
                  </a:lnTo>
                  <a:close/>
                  <a:moveTo>
                    <a:pt x="10" y="10"/>
                  </a:moveTo>
                  <a:lnTo>
                    <a:pt x="10" y="20"/>
                  </a:lnTo>
                  <a:lnTo>
                    <a:pt x="10" y="10"/>
                  </a:lnTo>
                  <a:close/>
                  <a:moveTo>
                    <a:pt x="50" y="0"/>
                  </a:moveTo>
                  <a:lnTo>
                    <a:pt x="50" y="0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4"/>
            <p:cNvSpPr/>
            <p:nvPr/>
          </p:nvSpPr>
          <p:spPr>
            <a:xfrm>
              <a:off x="5866975" y="2074925"/>
              <a:ext cx="392475" cy="374750"/>
            </a:xfrm>
            <a:custGeom>
              <a:avLst/>
              <a:gdLst/>
              <a:ahLst/>
              <a:cxnLst/>
              <a:rect l="l" t="t" r="r" b="b"/>
              <a:pathLst>
                <a:path w="15699" h="14990" extrusionOk="0">
                  <a:moveTo>
                    <a:pt x="1960" y="0"/>
                  </a:moveTo>
                  <a:cubicBezTo>
                    <a:pt x="740" y="1571"/>
                    <a:pt x="0" y="3550"/>
                    <a:pt x="0" y="5700"/>
                  </a:cubicBezTo>
                  <a:lnTo>
                    <a:pt x="0" y="5730"/>
                  </a:lnTo>
                  <a:lnTo>
                    <a:pt x="2650" y="5730"/>
                  </a:lnTo>
                  <a:cubicBezTo>
                    <a:pt x="2280" y="4750"/>
                    <a:pt x="2050" y="3700"/>
                    <a:pt x="1980" y="2610"/>
                  </a:cubicBezTo>
                  <a:cubicBezTo>
                    <a:pt x="1960" y="2380"/>
                    <a:pt x="1950" y="2140"/>
                    <a:pt x="1950" y="1910"/>
                  </a:cubicBezTo>
                  <a:lnTo>
                    <a:pt x="1950" y="1890"/>
                  </a:lnTo>
                  <a:cubicBezTo>
                    <a:pt x="1950" y="1240"/>
                    <a:pt x="2010" y="611"/>
                    <a:pt x="2120" y="0"/>
                  </a:cubicBezTo>
                  <a:close/>
                  <a:moveTo>
                    <a:pt x="31" y="6320"/>
                  </a:moveTo>
                  <a:cubicBezTo>
                    <a:pt x="171" y="8530"/>
                    <a:pt x="1090" y="10530"/>
                    <a:pt x="2510" y="12039"/>
                  </a:cubicBezTo>
                  <a:lnTo>
                    <a:pt x="4380" y="12039"/>
                  </a:lnTo>
                  <a:cubicBezTo>
                    <a:pt x="5440" y="12039"/>
                    <a:pt x="6439" y="11769"/>
                    <a:pt x="7310" y="11279"/>
                  </a:cubicBezTo>
                  <a:cubicBezTo>
                    <a:pt x="6699" y="10919"/>
                    <a:pt x="6130" y="10499"/>
                    <a:pt x="5610" y="10030"/>
                  </a:cubicBezTo>
                  <a:cubicBezTo>
                    <a:pt x="5360" y="9810"/>
                    <a:pt x="5120" y="9579"/>
                    <a:pt x="4890" y="9339"/>
                  </a:cubicBezTo>
                  <a:cubicBezTo>
                    <a:pt x="4070" y="8459"/>
                    <a:pt x="3390" y="7440"/>
                    <a:pt x="2890" y="6320"/>
                  </a:cubicBezTo>
                  <a:close/>
                  <a:moveTo>
                    <a:pt x="15698" y="12419"/>
                  </a:moveTo>
                  <a:lnTo>
                    <a:pt x="15698" y="12419"/>
                  </a:lnTo>
                  <a:cubicBezTo>
                    <a:pt x="14829" y="12649"/>
                    <a:pt x="13929" y="12779"/>
                    <a:pt x="12999" y="12789"/>
                  </a:cubicBezTo>
                  <a:lnTo>
                    <a:pt x="12999" y="14209"/>
                  </a:lnTo>
                  <a:lnTo>
                    <a:pt x="13019" y="14209"/>
                  </a:lnTo>
                  <a:lnTo>
                    <a:pt x="13019" y="14199"/>
                  </a:lnTo>
                  <a:cubicBezTo>
                    <a:pt x="13039" y="14199"/>
                    <a:pt x="13049" y="14189"/>
                    <a:pt x="13059" y="14189"/>
                  </a:cubicBezTo>
                  <a:cubicBezTo>
                    <a:pt x="14039" y="13749"/>
                    <a:pt x="14929" y="13149"/>
                    <a:pt x="15698" y="12419"/>
                  </a:cubicBezTo>
                  <a:close/>
                  <a:moveTo>
                    <a:pt x="7919" y="11609"/>
                  </a:moveTo>
                  <a:cubicBezTo>
                    <a:pt x="6890" y="12259"/>
                    <a:pt x="5680" y="12639"/>
                    <a:pt x="4380" y="12639"/>
                  </a:cubicBezTo>
                  <a:lnTo>
                    <a:pt x="3120" y="12639"/>
                  </a:lnTo>
                  <a:cubicBezTo>
                    <a:pt x="4760" y="14099"/>
                    <a:pt x="6919" y="14989"/>
                    <a:pt x="9290" y="14989"/>
                  </a:cubicBezTo>
                  <a:cubicBezTo>
                    <a:pt x="10379" y="14989"/>
                    <a:pt x="11429" y="14799"/>
                    <a:pt x="12409" y="14449"/>
                  </a:cubicBezTo>
                  <a:lnTo>
                    <a:pt x="12409" y="12779"/>
                  </a:lnTo>
                  <a:cubicBezTo>
                    <a:pt x="10789" y="12719"/>
                    <a:pt x="9270" y="12299"/>
                    <a:pt x="7919" y="116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4"/>
            <p:cNvSpPr/>
            <p:nvPr/>
          </p:nvSpPr>
          <p:spPr>
            <a:xfrm>
              <a:off x="5866975" y="2068925"/>
              <a:ext cx="324975" cy="367250"/>
            </a:xfrm>
            <a:custGeom>
              <a:avLst/>
              <a:gdLst/>
              <a:ahLst/>
              <a:cxnLst/>
              <a:rect l="l" t="t" r="r" b="b"/>
              <a:pathLst>
                <a:path w="12999" h="14690" extrusionOk="0">
                  <a:moveTo>
                    <a:pt x="2160" y="0"/>
                  </a:moveTo>
                  <a:lnTo>
                    <a:pt x="2160" y="0"/>
                  </a:lnTo>
                  <a:cubicBezTo>
                    <a:pt x="2090" y="80"/>
                    <a:pt x="2030" y="160"/>
                    <a:pt x="1960" y="240"/>
                  </a:cubicBezTo>
                  <a:lnTo>
                    <a:pt x="2120" y="240"/>
                  </a:lnTo>
                  <a:cubicBezTo>
                    <a:pt x="2130" y="160"/>
                    <a:pt x="2150" y="80"/>
                    <a:pt x="2160" y="0"/>
                  </a:cubicBezTo>
                  <a:close/>
                  <a:moveTo>
                    <a:pt x="0" y="5970"/>
                  </a:moveTo>
                  <a:cubicBezTo>
                    <a:pt x="0" y="6160"/>
                    <a:pt x="11" y="6360"/>
                    <a:pt x="31" y="6560"/>
                  </a:cubicBezTo>
                  <a:lnTo>
                    <a:pt x="2890" y="6560"/>
                  </a:lnTo>
                  <a:cubicBezTo>
                    <a:pt x="2800" y="6360"/>
                    <a:pt x="2720" y="6170"/>
                    <a:pt x="2650" y="5970"/>
                  </a:cubicBezTo>
                  <a:close/>
                  <a:moveTo>
                    <a:pt x="7310" y="11519"/>
                  </a:moveTo>
                  <a:cubicBezTo>
                    <a:pt x="6439" y="12009"/>
                    <a:pt x="5440" y="12279"/>
                    <a:pt x="4380" y="12279"/>
                  </a:cubicBezTo>
                  <a:lnTo>
                    <a:pt x="2510" y="12279"/>
                  </a:lnTo>
                  <a:cubicBezTo>
                    <a:pt x="2700" y="12489"/>
                    <a:pt x="2900" y="12689"/>
                    <a:pt x="3120" y="12879"/>
                  </a:cubicBezTo>
                  <a:lnTo>
                    <a:pt x="4380" y="12879"/>
                  </a:lnTo>
                  <a:cubicBezTo>
                    <a:pt x="5680" y="12879"/>
                    <a:pt x="6890" y="12499"/>
                    <a:pt x="7919" y="11849"/>
                  </a:cubicBezTo>
                  <a:cubicBezTo>
                    <a:pt x="7710" y="11749"/>
                    <a:pt x="7510" y="11639"/>
                    <a:pt x="7310" y="11519"/>
                  </a:cubicBezTo>
                  <a:close/>
                  <a:moveTo>
                    <a:pt x="12409" y="13019"/>
                  </a:moveTo>
                  <a:lnTo>
                    <a:pt x="12409" y="14689"/>
                  </a:lnTo>
                  <a:cubicBezTo>
                    <a:pt x="12609" y="14619"/>
                    <a:pt x="12799" y="14539"/>
                    <a:pt x="12999" y="14449"/>
                  </a:cubicBezTo>
                  <a:lnTo>
                    <a:pt x="12999" y="13029"/>
                  </a:lnTo>
                  <a:lnTo>
                    <a:pt x="12859" y="13029"/>
                  </a:lnTo>
                  <a:cubicBezTo>
                    <a:pt x="12709" y="13029"/>
                    <a:pt x="12559" y="13029"/>
                    <a:pt x="12409" y="130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1" name="Google Shape;1101;p44"/>
          <p:cNvGrpSpPr/>
          <p:nvPr/>
        </p:nvGrpSpPr>
        <p:grpSpPr>
          <a:xfrm rot="-2110895">
            <a:off x="2961124" y="4746858"/>
            <a:ext cx="433530" cy="433530"/>
            <a:chOff x="6217925" y="1728950"/>
            <a:chExt cx="198275" cy="198275"/>
          </a:xfrm>
        </p:grpSpPr>
        <p:sp>
          <p:nvSpPr>
            <p:cNvPr id="1102" name="Google Shape;1102;p44"/>
            <p:cNvSpPr/>
            <p:nvPr/>
          </p:nvSpPr>
          <p:spPr>
            <a:xfrm>
              <a:off x="6217925" y="1728950"/>
              <a:ext cx="198275" cy="198275"/>
            </a:xfrm>
            <a:custGeom>
              <a:avLst/>
              <a:gdLst/>
              <a:ahLst/>
              <a:cxnLst/>
              <a:rect l="l" t="t" r="r" b="b"/>
              <a:pathLst>
                <a:path w="7931" h="7931" extrusionOk="0">
                  <a:moveTo>
                    <a:pt x="3960" y="1"/>
                  </a:moveTo>
                  <a:cubicBezTo>
                    <a:pt x="2800" y="1"/>
                    <a:pt x="1751" y="511"/>
                    <a:pt x="1031" y="1311"/>
                  </a:cubicBezTo>
                  <a:cubicBezTo>
                    <a:pt x="901" y="1451"/>
                    <a:pt x="781" y="1601"/>
                    <a:pt x="671" y="1761"/>
                  </a:cubicBezTo>
                  <a:cubicBezTo>
                    <a:pt x="251" y="2391"/>
                    <a:pt x="1" y="3151"/>
                    <a:pt x="1" y="3960"/>
                  </a:cubicBezTo>
                  <a:cubicBezTo>
                    <a:pt x="1" y="4891"/>
                    <a:pt x="321" y="5731"/>
                    <a:pt x="841" y="6400"/>
                  </a:cubicBezTo>
                  <a:cubicBezTo>
                    <a:pt x="971" y="6560"/>
                    <a:pt x="1101" y="6710"/>
                    <a:pt x="1251" y="6850"/>
                  </a:cubicBezTo>
                  <a:cubicBezTo>
                    <a:pt x="1960" y="7520"/>
                    <a:pt x="2911" y="7930"/>
                    <a:pt x="3960" y="7930"/>
                  </a:cubicBezTo>
                  <a:cubicBezTo>
                    <a:pt x="5250" y="7930"/>
                    <a:pt x="6400" y="7310"/>
                    <a:pt x="7120" y="6360"/>
                  </a:cubicBezTo>
                  <a:cubicBezTo>
                    <a:pt x="7210" y="6240"/>
                    <a:pt x="7290" y="6120"/>
                    <a:pt x="7370" y="5991"/>
                  </a:cubicBezTo>
                  <a:cubicBezTo>
                    <a:pt x="7720" y="5400"/>
                    <a:pt x="7930" y="4700"/>
                    <a:pt x="7930" y="3960"/>
                  </a:cubicBezTo>
                  <a:cubicBezTo>
                    <a:pt x="7930" y="3291"/>
                    <a:pt x="7760" y="2660"/>
                    <a:pt x="7460" y="2111"/>
                  </a:cubicBezTo>
                  <a:cubicBezTo>
                    <a:pt x="7390" y="1981"/>
                    <a:pt x="7320" y="1851"/>
                    <a:pt x="7230" y="1731"/>
                  </a:cubicBezTo>
                  <a:cubicBezTo>
                    <a:pt x="6520" y="691"/>
                    <a:pt x="5320" y="1"/>
                    <a:pt x="39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4"/>
            <p:cNvSpPr/>
            <p:nvPr/>
          </p:nvSpPr>
          <p:spPr>
            <a:xfrm>
              <a:off x="6234675" y="1761725"/>
              <a:ext cx="102025" cy="138500"/>
            </a:xfrm>
            <a:custGeom>
              <a:avLst/>
              <a:gdLst/>
              <a:ahLst/>
              <a:cxnLst/>
              <a:rect l="l" t="t" r="r" b="b"/>
              <a:pathLst>
                <a:path w="4081" h="5540" extrusionOk="0">
                  <a:moveTo>
                    <a:pt x="361" y="0"/>
                  </a:moveTo>
                  <a:cubicBezTo>
                    <a:pt x="231" y="140"/>
                    <a:pt x="111" y="290"/>
                    <a:pt x="1" y="450"/>
                  </a:cubicBezTo>
                  <a:cubicBezTo>
                    <a:pt x="41" y="440"/>
                    <a:pt x="71" y="440"/>
                    <a:pt x="111" y="440"/>
                  </a:cubicBezTo>
                  <a:lnTo>
                    <a:pt x="1310" y="440"/>
                  </a:lnTo>
                  <a:cubicBezTo>
                    <a:pt x="2590" y="440"/>
                    <a:pt x="3641" y="1489"/>
                    <a:pt x="3641" y="2769"/>
                  </a:cubicBezTo>
                  <a:cubicBezTo>
                    <a:pt x="3641" y="4049"/>
                    <a:pt x="2590" y="5089"/>
                    <a:pt x="1310" y="5089"/>
                  </a:cubicBezTo>
                  <a:lnTo>
                    <a:pt x="171" y="5089"/>
                  </a:lnTo>
                  <a:cubicBezTo>
                    <a:pt x="301" y="5249"/>
                    <a:pt x="431" y="5399"/>
                    <a:pt x="581" y="5539"/>
                  </a:cubicBezTo>
                  <a:lnTo>
                    <a:pt x="1310" y="5539"/>
                  </a:lnTo>
                  <a:cubicBezTo>
                    <a:pt x="2841" y="5539"/>
                    <a:pt x="4081" y="4300"/>
                    <a:pt x="4081" y="2769"/>
                  </a:cubicBezTo>
                  <a:cubicBezTo>
                    <a:pt x="4081" y="1240"/>
                    <a:pt x="2841" y="0"/>
                    <a:pt x="13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4"/>
            <p:cNvSpPr/>
            <p:nvPr/>
          </p:nvSpPr>
          <p:spPr>
            <a:xfrm>
              <a:off x="6365900" y="1772200"/>
              <a:ext cx="38525" cy="115775"/>
            </a:xfrm>
            <a:custGeom>
              <a:avLst/>
              <a:gdLst/>
              <a:ahLst/>
              <a:cxnLst/>
              <a:rect l="l" t="t" r="r" b="b"/>
              <a:pathLst>
                <a:path w="1541" h="4631" extrusionOk="0">
                  <a:moveTo>
                    <a:pt x="1311" y="1"/>
                  </a:moveTo>
                  <a:cubicBezTo>
                    <a:pt x="531" y="491"/>
                    <a:pt x="1" y="1361"/>
                    <a:pt x="1" y="2350"/>
                  </a:cubicBezTo>
                  <a:cubicBezTo>
                    <a:pt x="1" y="3290"/>
                    <a:pt x="481" y="4130"/>
                    <a:pt x="1201" y="4630"/>
                  </a:cubicBezTo>
                  <a:cubicBezTo>
                    <a:pt x="1291" y="4510"/>
                    <a:pt x="1371" y="4390"/>
                    <a:pt x="1451" y="4261"/>
                  </a:cubicBezTo>
                  <a:cubicBezTo>
                    <a:pt x="851" y="3841"/>
                    <a:pt x="451" y="3141"/>
                    <a:pt x="451" y="2350"/>
                  </a:cubicBezTo>
                  <a:cubicBezTo>
                    <a:pt x="451" y="1521"/>
                    <a:pt x="891" y="790"/>
                    <a:pt x="1541" y="381"/>
                  </a:cubicBezTo>
                  <a:cubicBezTo>
                    <a:pt x="1471" y="251"/>
                    <a:pt x="1401" y="121"/>
                    <a:pt x="1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4"/>
            <p:cNvSpPr/>
            <p:nvPr/>
          </p:nvSpPr>
          <p:spPr>
            <a:xfrm>
              <a:off x="6217925" y="1761450"/>
              <a:ext cx="101025" cy="165775"/>
            </a:xfrm>
            <a:custGeom>
              <a:avLst/>
              <a:gdLst/>
              <a:ahLst/>
              <a:cxnLst/>
              <a:rect l="l" t="t" r="r" b="b"/>
              <a:pathLst>
                <a:path w="4041" h="6631" extrusionOk="0">
                  <a:moveTo>
                    <a:pt x="3971" y="6630"/>
                  </a:moveTo>
                  <a:lnTo>
                    <a:pt x="3960" y="6630"/>
                  </a:lnTo>
                  <a:lnTo>
                    <a:pt x="3971" y="6630"/>
                  </a:lnTo>
                  <a:close/>
                  <a:moveTo>
                    <a:pt x="3980" y="6630"/>
                  </a:moveTo>
                  <a:lnTo>
                    <a:pt x="3971" y="6630"/>
                  </a:lnTo>
                  <a:lnTo>
                    <a:pt x="3980" y="6630"/>
                  </a:lnTo>
                  <a:close/>
                  <a:moveTo>
                    <a:pt x="3991" y="6630"/>
                  </a:moveTo>
                  <a:lnTo>
                    <a:pt x="3980" y="6630"/>
                  </a:lnTo>
                  <a:lnTo>
                    <a:pt x="3991" y="6630"/>
                  </a:lnTo>
                  <a:close/>
                  <a:moveTo>
                    <a:pt x="3991" y="6630"/>
                  </a:moveTo>
                  <a:lnTo>
                    <a:pt x="3991" y="6630"/>
                  </a:lnTo>
                  <a:lnTo>
                    <a:pt x="3991" y="6630"/>
                  </a:lnTo>
                  <a:close/>
                  <a:moveTo>
                    <a:pt x="4000" y="6630"/>
                  </a:moveTo>
                  <a:lnTo>
                    <a:pt x="4000" y="6630"/>
                  </a:lnTo>
                  <a:lnTo>
                    <a:pt x="4000" y="6630"/>
                  </a:lnTo>
                  <a:close/>
                  <a:moveTo>
                    <a:pt x="4011" y="6630"/>
                  </a:moveTo>
                  <a:lnTo>
                    <a:pt x="4000" y="6630"/>
                  </a:lnTo>
                  <a:lnTo>
                    <a:pt x="4011" y="6630"/>
                  </a:lnTo>
                  <a:close/>
                  <a:moveTo>
                    <a:pt x="4020" y="6630"/>
                  </a:moveTo>
                  <a:lnTo>
                    <a:pt x="4020" y="6630"/>
                  </a:lnTo>
                  <a:lnTo>
                    <a:pt x="4020" y="6630"/>
                  </a:lnTo>
                  <a:close/>
                  <a:moveTo>
                    <a:pt x="4031" y="6620"/>
                  </a:moveTo>
                  <a:lnTo>
                    <a:pt x="4031" y="6630"/>
                  </a:lnTo>
                  <a:lnTo>
                    <a:pt x="4031" y="6620"/>
                  </a:lnTo>
                  <a:close/>
                  <a:moveTo>
                    <a:pt x="4040" y="6620"/>
                  </a:moveTo>
                  <a:lnTo>
                    <a:pt x="4031" y="6620"/>
                  </a:lnTo>
                  <a:lnTo>
                    <a:pt x="4040" y="6620"/>
                  </a:lnTo>
                  <a:close/>
                  <a:moveTo>
                    <a:pt x="4040" y="6620"/>
                  </a:moveTo>
                  <a:lnTo>
                    <a:pt x="4040" y="6620"/>
                  </a:lnTo>
                  <a:lnTo>
                    <a:pt x="4040" y="6620"/>
                  </a:lnTo>
                  <a:close/>
                  <a:moveTo>
                    <a:pt x="1031" y="1"/>
                  </a:moveTo>
                  <a:lnTo>
                    <a:pt x="1031" y="11"/>
                  </a:lnTo>
                  <a:cubicBezTo>
                    <a:pt x="901" y="151"/>
                    <a:pt x="781" y="301"/>
                    <a:pt x="671" y="461"/>
                  </a:cubicBezTo>
                  <a:cubicBezTo>
                    <a:pt x="251" y="1091"/>
                    <a:pt x="1" y="1851"/>
                    <a:pt x="1" y="2660"/>
                  </a:cubicBezTo>
                  <a:lnTo>
                    <a:pt x="1" y="2660"/>
                  </a:lnTo>
                  <a:cubicBezTo>
                    <a:pt x="1" y="1851"/>
                    <a:pt x="251" y="1091"/>
                    <a:pt x="671" y="461"/>
                  </a:cubicBezTo>
                  <a:lnTo>
                    <a:pt x="671" y="461"/>
                  </a:lnTo>
                  <a:lnTo>
                    <a:pt x="671" y="461"/>
                  </a:lnTo>
                  <a:cubicBezTo>
                    <a:pt x="781" y="301"/>
                    <a:pt x="901" y="151"/>
                    <a:pt x="1031" y="11"/>
                  </a:cubicBezTo>
                  <a:lnTo>
                    <a:pt x="1031" y="11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4"/>
            <p:cNvSpPr/>
            <p:nvPr/>
          </p:nvSpPr>
          <p:spPr>
            <a:xfrm>
              <a:off x="6217925" y="1754950"/>
              <a:ext cx="169775" cy="172275"/>
            </a:xfrm>
            <a:custGeom>
              <a:avLst/>
              <a:gdLst/>
              <a:ahLst/>
              <a:cxnLst/>
              <a:rect l="l" t="t" r="r" b="b"/>
              <a:pathLst>
                <a:path w="6791" h="6891" extrusionOk="0">
                  <a:moveTo>
                    <a:pt x="1300" y="1"/>
                  </a:moveTo>
                  <a:lnTo>
                    <a:pt x="1300" y="1"/>
                  </a:lnTo>
                  <a:cubicBezTo>
                    <a:pt x="1200" y="81"/>
                    <a:pt x="1111" y="171"/>
                    <a:pt x="1031" y="261"/>
                  </a:cubicBezTo>
                  <a:lnTo>
                    <a:pt x="1031" y="271"/>
                  </a:lnTo>
                  <a:lnTo>
                    <a:pt x="1271" y="271"/>
                  </a:lnTo>
                  <a:lnTo>
                    <a:pt x="1300" y="1"/>
                  </a:lnTo>
                  <a:close/>
                  <a:moveTo>
                    <a:pt x="781" y="711"/>
                  </a:moveTo>
                  <a:cubicBezTo>
                    <a:pt x="741" y="711"/>
                    <a:pt x="711" y="711"/>
                    <a:pt x="671" y="721"/>
                  </a:cubicBezTo>
                  <a:cubicBezTo>
                    <a:pt x="251" y="1351"/>
                    <a:pt x="1" y="2111"/>
                    <a:pt x="1" y="2920"/>
                  </a:cubicBezTo>
                  <a:cubicBezTo>
                    <a:pt x="1" y="3851"/>
                    <a:pt x="321" y="4691"/>
                    <a:pt x="841" y="5360"/>
                  </a:cubicBezTo>
                  <a:lnTo>
                    <a:pt x="1980" y="5360"/>
                  </a:lnTo>
                  <a:cubicBezTo>
                    <a:pt x="2560" y="5360"/>
                    <a:pt x="3100" y="5150"/>
                    <a:pt x="3511" y="4791"/>
                  </a:cubicBezTo>
                  <a:cubicBezTo>
                    <a:pt x="3291" y="4640"/>
                    <a:pt x="3091" y="4480"/>
                    <a:pt x="2900" y="4300"/>
                  </a:cubicBezTo>
                  <a:cubicBezTo>
                    <a:pt x="2711" y="4120"/>
                    <a:pt x="2531" y="3931"/>
                    <a:pt x="2371" y="3720"/>
                  </a:cubicBezTo>
                  <a:cubicBezTo>
                    <a:pt x="1711" y="2880"/>
                    <a:pt x="1311" y="1851"/>
                    <a:pt x="1271" y="711"/>
                  </a:cubicBezTo>
                  <a:close/>
                  <a:moveTo>
                    <a:pt x="3900" y="5040"/>
                  </a:moveTo>
                  <a:cubicBezTo>
                    <a:pt x="3400" y="5520"/>
                    <a:pt x="2720" y="5810"/>
                    <a:pt x="1980" y="5810"/>
                  </a:cubicBezTo>
                  <a:lnTo>
                    <a:pt x="1251" y="5810"/>
                  </a:lnTo>
                  <a:cubicBezTo>
                    <a:pt x="1960" y="6480"/>
                    <a:pt x="2911" y="6890"/>
                    <a:pt x="3960" y="6890"/>
                  </a:cubicBezTo>
                  <a:lnTo>
                    <a:pt x="4031" y="6890"/>
                  </a:lnTo>
                  <a:lnTo>
                    <a:pt x="4031" y="6880"/>
                  </a:lnTo>
                  <a:lnTo>
                    <a:pt x="4040" y="6880"/>
                  </a:lnTo>
                  <a:cubicBezTo>
                    <a:pt x="5120" y="6860"/>
                    <a:pt x="6090" y="6410"/>
                    <a:pt x="6790" y="5700"/>
                  </a:cubicBezTo>
                  <a:cubicBezTo>
                    <a:pt x="6680" y="5700"/>
                    <a:pt x="6560" y="5710"/>
                    <a:pt x="6450" y="5710"/>
                  </a:cubicBezTo>
                  <a:cubicBezTo>
                    <a:pt x="5520" y="5710"/>
                    <a:pt x="4651" y="5470"/>
                    <a:pt x="3900" y="504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4"/>
            <p:cNvSpPr/>
            <p:nvPr/>
          </p:nvSpPr>
          <p:spPr>
            <a:xfrm>
              <a:off x="6234675" y="1761725"/>
              <a:ext cx="80775" cy="138500"/>
            </a:xfrm>
            <a:custGeom>
              <a:avLst/>
              <a:gdLst/>
              <a:ahLst/>
              <a:cxnLst/>
              <a:rect l="l" t="t" r="r" b="b"/>
              <a:pathLst>
                <a:path w="3231" h="5540" extrusionOk="0">
                  <a:moveTo>
                    <a:pt x="361" y="0"/>
                  </a:moveTo>
                  <a:cubicBezTo>
                    <a:pt x="231" y="140"/>
                    <a:pt x="111" y="290"/>
                    <a:pt x="1" y="450"/>
                  </a:cubicBezTo>
                  <a:cubicBezTo>
                    <a:pt x="41" y="440"/>
                    <a:pt x="71" y="440"/>
                    <a:pt x="111" y="440"/>
                  </a:cubicBezTo>
                  <a:lnTo>
                    <a:pt x="601" y="440"/>
                  </a:lnTo>
                  <a:lnTo>
                    <a:pt x="601" y="260"/>
                  </a:lnTo>
                  <a:lnTo>
                    <a:pt x="601" y="0"/>
                  </a:lnTo>
                  <a:close/>
                  <a:moveTo>
                    <a:pt x="2841" y="4520"/>
                  </a:moveTo>
                  <a:cubicBezTo>
                    <a:pt x="2430" y="4879"/>
                    <a:pt x="1890" y="5089"/>
                    <a:pt x="1310" y="5089"/>
                  </a:cubicBezTo>
                  <a:lnTo>
                    <a:pt x="171" y="5089"/>
                  </a:lnTo>
                  <a:cubicBezTo>
                    <a:pt x="301" y="5249"/>
                    <a:pt x="431" y="5399"/>
                    <a:pt x="581" y="5539"/>
                  </a:cubicBezTo>
                  <a:lnTo>
                    <a:pt x="1310" y="5539"/>
                  </a:lnTo>
                  <a:cubicBezTo>
                    <a:pt x="2050" y="5539"/>
                    <a:pt x="2730" y="5249"/>
                    <a:pt x="3230" y="4769"/>
                  </a:cubicBezTo>
                  <a:cubicBezTo>
                    <a:pt x="3090" y="4689"/>
                    <a:pt x="2961" y="4609"/>
                    <a:pt x="2841" y="45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8" name="Google Shape;1108;p44"/>
          <p:cNvGrpSpPr/>
          <p:nvPr/>
        </p:nvGrpSpPr>
        <p:grpSpPr>
          <a:xfrm rot="1401083">
            <a:off x="5643071" y="3709425"/>
            <a:ext cx="475721" cy="475721"/>
            <a:chOff x="5808975" y="1381750"/>
            <a:chExt cx="386475" cy="386475"/>
          </a:xfrm>
        </p:grpSpPr>
        <p:sp>
          <p:nvSpPr>
            <p:cNvPr id="1109" name="Google Shape;1109;p44"/>
            <p:cNvSpPr/>
            <p:nvPr/>
          </p:nvSpPr>
          <p:spPr>
            <a:xfrm>
              <a:off x="5808975" y="1381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30" y="1"/>
                  </a:moveTo>
                  <a:cubicBezTo>
                    <a:pt x="7030" y="1"/>
                    <a:pt x="6340" y="90"/>
                    <a:pt x="5690" y="270"/>
                  </a:cubicBezTo>
                  <a:cubicBezTo>
                    <a:pt x="5510" y="321"/>
                    <a:pt x="5330" y="370"/>
                    <a:pt x="5150" y="441"/>
                  </a:cubicBezTo>
                  <a:cubicBezTo>
                    <a:pt x="2730" y="1300"/>
                    <a:pt x="860" y="3330"/>
                    <a:pt x="231" y="5850"/>
                  </a:cubicBezTo>
                  <a:cubicBezTo>
                    <a:pt x="160" y="6140"/>
                    <a:pt x="100" y="6430"/>
                    <a:pt x="71" y="6729"/>
                  </a:cubicBezTo>
                  <a:cubicBezTo>
                    <a:pt x="20" y="7060"/>
                    <a:pt x="0" y="7389"/>
                    <a:pt x="0" y="7729"/>
                  </a:cubicBezTo>
                  <a:cubicBezTo>
                    <a:pt x="0" y="8440"/>
                    <a:pt x="100" y="9129"/>
                    <a:pt x="280" y="9780"/>
                  </a:cubicBezTo>
                  <a:cubicBezTo>
                    <a:pt x="331" y="9980"/>
                    <a:pt x="400" y="10169"/>
                    <a:pt x="471" y="10360"/>
                  </a:cubicBezTo>
                  <a:cubicBezTo>
                    <a:pt x="751" y="11159"/>
                    <a:pt x="1171" y="11899"/>
                    <a:pt x="1691" y="12549"/>
                  </a:cubicBezTo>
                  <a:cubicBezTo>
                    <a:pt x="1811" y="12689"/>
                    <a:pt x="1931" y="12829"/>
                    <a:pt x="2060" y="12969"/>
                  </a:cubicBezTo>
                  <a:cubicBezTo>
                    <a:pt x="2220" y="13149"/>
                    <a:pt x="2391" y="13319"/>
                    <a:pt x="2571" y="13479"/>
                  </a:cubicBezTo>
                  <a:cubicBezTo>
                    <a:pt x="2800" y="13679"/>
                    <a:pt x="3030" y="13869"/>
                    <a:pt x="3270" y="14039"/>
                  </a:cubicBezTo>
                  <a:cubicBezTo>
                    <a:pt x="4530" y="14929"/>
                    <a:pt x="6070" y="15459"/>
                    <a:pt x="7730" y="15459"/>
                  </a:cubicBezTo>
                  <a:cubicBezTo>
                    <a:pt x="9390" y="15459"/>
                    <a:pt x="10930" y="14929"/>
                    <a:pt x="12189" y="14039"/>
                  </a:cubicBezTo>
                  <a:cubicBezTo>
                    <a:pt x="12439" y="13869"/>
                    <a:pt x="12669" y="13679"/>
                    <a:pt x="12899" y="13479"/>
                  </a:cubicBezTo>
                  <a:cubicBezTo>
                    <a:pt x="13659" y="12799"/>
                    <a:pt x="14279" y="11959"/>
                    <a:pt x="14729" y="11019"/>
                  </a:cubicBezTo>
                  <a:cubicBezTo>
                    <a:pt x="14809" y="10839"/>
                    <a:pt x="14889" y="10649"/>
                    <a:pt x="14969" y="10460"/>
                  </a:cubicBezTo>
                  <a:cubicBezTo>
                    <a:pt x="15259" y="9700"/>
                    <a:pt x="15429" y="8869"/>
                    <a:pt x="15459" y="8009"/>
                  </a:cubicBezTo>
                  <a:lnTo>
                    <a:pt x="15459" y="7729"/>
                  </a:lnTo>
                  <a:lnTo>
                    <a:pt x="15459" y="7449"/>
                  </a:lnTo>
                  <a:cubicBezTo>
                    <a:pt x="15379" y="5130"/>
                    <a:pt x="14269" y="3070"/>
                    <a:pt x="12589" y="1710"/>
                  </a:cubicBezTo>
                  <a:cubicBezTo>
                    <a:pt x="12339" y="1510"/>
                    <a:pt x="12069" y="1320"/>
                    <a:pt x="11799" y="1150"/>
                  </a:cubicBezTo>
                  <a:cubicBezTo>
                    <a:pt x="10910" y="601"/>
                    <a:pt x="9899" y="221"/>
                    <a:pt x="8819" y="70"/>
                  </a:cubicBezTo>
                  <a:cubicBezTo>
                    <a:pt x="8610" y="41"/>
                    <a:pt x="8410" y="21"/>
                    <a:pt x="8199" y="10"/>
                  </a:cubicBezTo>
                  <a:cubicBezTo>
                    <a:pt x="8050" y="1"/>
                    <a:pt x="7890" y="1"/>
                    <a:pt x="77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4"/>
            <p:cNvSpPr/>
            <p:nvPr/>
          </p:nvSpPr>
          <p:spPr>
            <a:xfrm>
              <a:off x="5808975" y="1434250"/>
              <a:ext cx="325750" cy="333975"/>
            </a:xfrm>
            <a:custGeom>
              <a:avLst/>
              <a:gdLst/>
              <a:ahLst/>
              <a:cxnLst/>
              <a:rect l="l" t="t" r="r" b="b"/>
              <a:pathLst>
                <a:path w="13030" h="13359" extrusionOk="0">
                  <a:moveTo>
                    <a:pt x="2431" y="0"/>
                  </a:moveTo>
                  <a:lnTo>
                    <a:pt x="2431" y="0"/>
                  </a:lnTo>
                  <a:cubicBezTo>
                    <a:pt x="1380" y="990"/>
                    <a:pt x="611" y="2270"/>
                    <a:pt x="240" y="3710"/>
                  </a:cubicBezTo>
                  <a:lnTo>
                    <a:pt x="240" y="3720"/>
                  </a:lnTo>
                  <a:lnTo>
                    <a:pt x="240" y="3730"/>
                  </a:lnTo>
                  <a:lnTo>
                    <a:pt x="240" y="3740"/>
                  </a:lnTo>
                  <a:cubicBezTo>
                    <a:pt x="231" y="3740"/>
                    <a:pt x="231" y="3740"/>
                    <a:pt x="231" y="3750"/>
                  </a:cubicBezTo>
                  <a:cubicBezTo>
                    <a:pt x="160" y="4040"/>
                    <a:pt x="100" y="4330"/>
                    <a:pt x="71" y="4629"/>
                  </a:cubicBezTo>
                  <a:cubicBezTo>
                    <a:pt x="20" y="4960"/>
                    <a:pt x="0" y="5289"/>
                    <a:pt x="0" y="5629"/>
                  </a:cubicBezTo>
                  <a:cubicBezTo>
                    <a:pt x="0" y="6340"/>
                    <a:pt x="100" y="7029"/>
                    <a:pt x="280" y="7680"/>
                  </a:cubicBezTo>
                  <a:cubicBezTo>
                    <a:pt x="331" y="7880"/>
                    <a:pt x="400" y="8069"/>
                    <a:pt x="471" y="8260"/>
                  </a:cubicBezTo>
                  <a:cubicBezTo>
                    <a:pt x="751" y="9059"/>
                    <a:pt x="1171" y="9799"/>
                    <a:pt x="1691" y="10449"/>
                  </a:cubicBezTo>
                  <a:cubicBezTo>
                    <a:pt x="1811" y="10589"/>
                    <a:pt x="1931" y="10729"/>
                    <a:pt x="2060" y="10869"/>
                  </a:cubicBezTo>
                  <a:cubicBezTo>
                    <a:pt x="2220" y="11049"/>
                    <a:pt x="2391" y="11219"/>
                    <a:pt x="2571" y="11379"/>
                  </a:cubicBezTo>
                  <a:cubicBezTo>
                    <a:pt x="2800" y="11579"/>
                    <a:pt x="3030" y="11769"/>
                    <a:pt x="3270" y="11939"/>
                  </a:cubicBezTo>
                  <a:cubicBezTo>
                    <a:pt x="4530" y="12829"/>
                    <a:pt x="6070" y="13359"/>
                    <a:pt x="7730" y="13359"/>
                  </a:cubicBezTo>
                  <a:cubicBezTo>
                    <a:pt x="9390" y="13359"/>
                    <a:pt x="10930" y="12829"/>
                    <a:pt x="12189" y="11939"/>
                  </a:cubicBezTo>
                  <a:cubicBezTo>
                    <a:pt x="12439" y="11769"/>
                    <a:pt x="12669" y="11579"/>
                    <a:pt x="12899" y="11379"/>
                  </a:cubicBezTo>
                  <a:lnTo>
                    <a:pt x="13029" y="11249"/>
                  </a:lnTo>
                  <a:lnTo>
                    <a:pt x="13029" y="11249"/>
                  </a:lnTo>
                  <a:cubicBezTo>
                    <a:pt x="12529" y="11339"/>
                    <a:pt x="12009" y="11379"/>
                    <a:pt x="11490" y="11379"/>
                  </a:cubicBezTo>
                  <a:cubicBezTo>
                    <a:pt x="9490" y="11379"/>
                    <a:pt x="7640" y="10749"/>
                    <a:pt x="6130" y="9679"/>
                  </a:cubicBezTo>
                  <a:cubicBezTo>
                    <a:pt x="5830" y="9469"/>
                    <a:pt x="5550" y="9249"/>
                    <a:pt x="5280" y="9009"/>
                  </a:cubicBezTo>
                  <a:cubicBezTo>
                    <a:pt x="5070" y="8809"/>
                    <a:pt x="4860" y="8609"/>
                    <a:pt x="4660" y="8389"/>
                  </a:cubicBezTo>
                  <a:cubicBezTo>
                    <a:pt x="4510" y="8229"/>
                    <a:pt x="4360" y="8060"/>
                    <a:pt x="4220" y="7880"/>
                  </a:cubicBezTo>
                  <a:cubicBezTo>
                    <a:pt x="3600" y="7100"/>
                    <a:pt x="3100" y="6220"/>
                    <a:pt x="2750" y="5260"/>
                  </a:cubicBezTo>
                  <a:cubicBezTo>
                    <a:pt x="2670" y="5029"/>
                    <a:pt x="2591" y="4800"/>
                    <a:pt x="2531" y="4560"/>
                  </a:cubicBezTo>
                  <a:cubicBezTo>
                    <a:pt x="2311" y="3770"/>
                    <a:pt x="2200" y="2950"/>
                    <a:pt x="2200" y="2090"/>
                  </a:cubicBezTo>
                  <a:cubicBezTo>
                    <a:pt x="2200" y="1690"/>
                    <a:pt x="2220" y="1290"/>
                    <a:pt x="2271" y="900"/>
                  </a:cubicBezTo>
                  <a:cubicBezTo>
                    <a:pt x="2311" y="590"/>
                    <a:pt x="2371" y="300"/>
                    <a:pt x="2431" y="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4"/>
            <p:cNvSpPr/>
            <p:nvPr/>
          </p:nvSpPr>
          <p:spPr>
            <a:xfrm>
              <a:off x="5873225" y="1718725"/>
              <a:ext cx="258225" cy="14025"/>
            </a:xfrm>
            <a:custGeom>
              <a:avLst/>
              <a:gdLst/>
              <a:ahLst/>
              <a:cxnLst/>
              <a:rect l="l" t="t" r="r" b="b"/>
              <a:pathLst>
                <a:path w="10329" h="561" extrusionOk="0">
                  <a:moveTo>
                    <a:pt x="1" y="0"/>
                  </a:moveTo>
                  <a:cubicBezTo>
                    <a:pt x="230" y="200"/>
                    <a:pt x="460" y="390"/>
                    <a:pt x="700" y="560"/>
                  </a:cubicBezTo>
                  <a:lnTo>
                    <a:pt x="9619" y="560"/>
                  </a:lnTo>
                  <a:cubicBezTo>
                    <a:pt x="9869" y="390"/>
                    <a:pt x="10099" y="200"/>
                    <a:pt x="103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4"/>
            <p:cNvSpPr/>
            <p:nvPr/>
          </p:nvSpPr>
          <p:spPr>
            <a:xfrm>
              <a:off x="5810725" y="1382000"/>
              <a:ext cx="384725" cy="323975"/>
            </a:xfrm>
            <a:custGeom>
              <a:avLst/>
              <a:gdLst/>
              <a:ahLst/>
              <a:cxnLst/>
              <a:rect l="l" t="t" r="r" b="b"/>
              <a:pathLst>
                <a:path w="15389" h="12959" extrusionOk="0">
                  <a:moveTo>
                    <a:pt x="8129" y="0"/>
                  </a:moveTo>
                  <a:lnTo>
                    <a:pt x="10740" y="7439"/>
                  </a:lnTo>
                  <a:lnTo>
                    <a:pt x="8129" y="7439"/>
                  </a:lnTo>
                  <a:cubicBezTo>
                    <a:pt x="8129" y="7419"/>
                    <a:pt x="8120" y="7410"/>
                    <a:pt x="8120" y="7390"/>
                  </a:cubicBezTo>
                  <a:lnTo>
                    <a:pt x="5620" y="260"/>
                  </a:lnTo>
                  <a:cubicBezTo>
                    <a:pt x="5440" y="311"/>
                    <a:pt x="5260" y="360"/>
                    <a:pt x="5080" y="431"/>
                  </a:cubicBezTo>
                  <a:lnTo>
                    <a:pt x="5410" y="1360"/>
                  </a:lnTo>
                  <a:lnTo>
                    <a:pt x="161" y="5840"/>
                  </a:lnTo>
                  <a:cubicBezTo>
                    <a:pt x="90" y="6130"/>
                    <a:pt x="30" y="6420"/>
                    <a:pt x="1" y="6719"/>
                  </a:cubicBezTo>
                  <a:lnTo>
                    <a:pt x="5610" y="1930"/>
                  </a:lnTo>
                  <a:lnTo>
                    <a:pt x="6480" y="4410"/>
                  </a:lnTo>
                  <a:lnTo>
                    <a:pt x="210" y="9770"/>
                  </a:lnTo>
                  <a:cubicBezTo>
                    <a:pt x="261" y="9970"/>
                    <a:pt x="330" y="10159"/>
                    <a:pt x="401" y="10350"/>
                  </a:cubicBezTo>
                  <a:lnTo>
                    <a:pt x="6680" y="4980"/>
                  </a:lnTo>
                  <a:lnTo>
                    <a:pt x="7550" y="7470"/>
                  </a:lnTo>
                  <a:lnTo>
                    <a:pt x="1621" y="12539"/>
                  </a:lnTo>
                  <a:cubicBezTo>
                    <a:pt x="1741" y="12679"/>
                    <a:pt x="1861" y="12819"/>
                    <a:pt x="1990" y="12959"/>
                  </a:cubicBezTo>
                  <a:lnTo>
                    <a:pt x="4260" y="11009"/>
                  </a:lnTo>
                  <a:lnTo>
                    <a:pt x="14659" y="11009"/>
                  </a:lnTo>
                  <a:cubicBezTo>
                    <a:pt x="14739" y="10829"/>
                    <a:pt x="14819" y="10639"/>
                    <a:pt x="14899" y="10450"/>
                  </a:cubicBezTo>
                  <a:lnTo>
                    <a:pt x="4920" y="10450"/>
                  </a:lnTo>
                  <a:lnTo>
                    <a:pt x="7790" y="7999"/>
                  </a:lnTo>
                  <a:lnTo>
                    <a:pt x="15389" y="7999"/>
                  </a:lnTo>
                  <a:lnTo>
                    <a:pt x="15389" y="7719"/>
                  </a:lnTo>
                  <a:lnTo>
                    <a:pt x="15389" y="7439"/>
                  </a:lnTo>
                  <a:lnTo>
                    <a:pt x="14529" y="7439"/>
                  </a:lnTo>
                  <a:lnTo>
                    <a:pt x="12519" y="1700"/>
                  </a:lnTo>
                  <a:cubicBezTo>
                    <a:pt x="12269" y="1500"/>
                    <a:pt x="11999" y="1310"/>
                    <a:pt x="11729" y="1140"/>
                  </a:cubicBezTo>
                  <a:lnTo>
                    <a:pt x="11729" y="1140"/>
                  </a:lnTo>
                  <a:lnTo>
                    <a:pt x="13929" y="7439"/>
                  </a:lnTo>
                  <a:lnTo>
                    <a:pt x="11329" y="7439"/>
                  </a:lnTo>
                  <a:lnTo>
                    <a:pt x="8749" y="60"/>
                  </a:lnTo>
                  <a:cubicBezTo>
                    <a:pt x="8540" y="31"/>
                    <a:pt x="8340" y="11"/>
                    <a:pt x="81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3" name="Google Shape;1113;p44"/>
          <p:cNvGrpSpPr/>
          <p:nvPr/>
        </p:nvGrpSpPr>
        <p:grpSpPr>
          <a:xfrm>
            <a:off x="1789101" y="60511"/>
            <a:ext cx="518283" cy="517924"/>
            <a:chOff x="5409025" y="1723225"/>
            <a:chExt cx="361475" cy="361225"/>
          </a:xfrm>
        </p:grpSpPr>
        <p:sp>
          <p:nvSpPr>
            <p:cNvPr id="1114" name="Google Shape;1114;p44"/>
            <p:cNvSpPr/>
            <p:nvPr/>
          </p:nvSpPr>
          <p:spPr>
            <a:xfrm>
              <a:off x="5409025" y="1723225"/>
              <a:ext cx="361475" cy="361225"/>
            </a:xfrm>
            <a:custGeom>
              <a:avLst/>
              <a:gdLst/>
              <a:ahLst/>
              <a:cxnLst/>
              <a:rect l="l" t="t" r="r" b="b"/>
              <a:pathLst>
                <a:path w="14459" h="14449" extrusionOk="0">
                  <a:moveTo>
                    <a:pt x="7130" y="0"/>
                  </a:moveTo>
                  <a:cubicBezTo>
                    <a:pt x="5380" y="30"/>
                    <a:pt x="3770" y="680"/>
                    <a:pt x="2530" y="1740"/>
                  </a:cubicBezTo>
                  <a:cubicBezTo>
                    <a:pt x="2370" y="1870"/>
                    <a:pt x="2220" y="2020"/>
                    <a:pt x="2070" y="2170"/>
                  </a:cubicBezTo>
                  <a:cubicBezTo>
                    <a:pt x="1230" y="3029"/>
                    <a:pt x="600" y="4100"/>
                    <a:pt x="270" y="5289"/>
                  </a:cubicBezTo>
                  <a:cubicBezTo>
                    <a:pt x="220" y="5460"/>
                    <a:pt x="180" y="5640"/>
                    <a:pt x="140" y="5820"/>
                  </a:cubicBezTo>
                  <a:cubicBezTo>
                    <a:pt x="51" y="6269"/>
                    <a:pt x="0" y="6739"/>
                    <a:pt x="0" y="7229"/>
                  </a:cubicBezTo>
                  <a:cubicBezTo>
                    <a:pt x="0" y="8509"/>
                    <a:pt x="340" y="9719"/>
                    <a:pt x="930" y="10759"/>
                  </a:cubicBezTo>
                  <a:cubicBezTo>
                    <a:pt x="1310" y="11439"/>
                    <a:pt x="1800" y="12049"/>
                    <a:pt x="2370" y="12568"/>
                  </a:cubicBezTo>
                  <a:lnTo>
                    <a:pt x="2370" y="12579"/>
                  </a:lnTo>
                  <a:cubicBezTo>
                    <a:pt x="2770" y="12939"/>
                    <a:pt x="3200" y="13248"/>
                    <a:pt x="3670" y="13508"/>
                  </a:cubicBezTo>
                  <a:cubicBezTo>
                    <a:pt x="4540" y="14008"/>
                    <a:pt x="5540" y="14328"/>
                    <a:pt x="6590" y="14428"/>
                  </a:cubicBezTo>
                  <a:cubicBezTo>
                    <a:pt x="6799" y="14439"/>
                    <a:pt x="7019" y="14448"/>
                    <a:pt x="7230" y="14448"/>
                  </a:cubicBezTo>
                  <a:cubicBezTo>
                    <a:pt x="8830" y="14448"/>
                    <a:pt x="10309" y="13928"/>
                    <a:pt x="11509" y="13048"/>
                  </a:cubicBezTo>
                  <a:cubicBezTo>
                    <a:pt x="13089" y="11889"/>
                    <a:pt x="14179" y="10099"/>
                    <a:pt x="14409" y="8049"/>
                  </a:cubicBezTo>
                  <a:cubicBezTo>
                    <a:pt x="14439" y="7779"/>
                    <a:pt x="14459" y="7509"/>
                    <a:pt x="14459" y="7229"/>
                  </a:cubicBezTo>
                  <a:cubicBezTo>
                    <a:pt x="14459" y="5700"/>
                    <a:pt x="13979" y="4269"/>
                    <a:pt x="13159" y="3100"/>
                  </a:cubicBezTo>
                  <a:cubicBezTo>
                    <a:pt x="12559" y="2240"/>
                    <a:pt x="11779" y="1520"/>
                    <a:pt x="10869" y="980"/>
                  </a:cubicBezTo>
                  <a:cubicBezTo>
                    <a:pt x="10419" y="720"/>
                    <a:pt x="9949" y="510"/>
                    <a:pt x="9449" y="350"/>
                  </a:cubicBezTo>
                  <a:cubicBezTo>
                    <a:pt x="8750" y="120"/>
                    <a:pt x="7999" y="0"/>
                    <a:pt x="72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4"/>
            <p:cNvSpPr/>
            <p:nvPr/>
          </p:nvSpPr>
          <p:spPr>
            <a:xfrm>
              <a:off x="5412525" y="1723225"/>
              <a:ext cx="356725" cy="360725"/>
            </a:xfrm>
            <a:custGeom>
              <a:avLst/>
              <a:gdLst/>
              <a:ahLst/>
              <a:cxnLst/>
              <a:rect l="l" t="t" r="r" b="b"/>
              <a:pathLst>
                <a:path w="14269" h="14429" extrusionOk="0">
                  <a:moveTo>
                    <a:pt x="10339" y="5820"/>
                  </a:moveTo>
                  <a:lnTo>
                    <a:pt x="11779" y="8299"/>
                  </a:lnTo>
                  <a:lnTo>
                    <a:pt x="10359" y="10759"/>
                  </a:lnTo>
                  <a:lnTo>
                    <a:pt x="7510" y="10759"/>
                  </a:lnTo>
                  <a:lnTo>
                    <a:pt x="6079" y="8289"/>
                  </a:lnTo>
                  <a:lnTo>
                    <a:pt x="7510" y="5820"/>
                  </a:lnTo>
                  <a:close/>
                  <a:moveTo>
                    <a:pt x="6990" y="0"/>
                  </a:moveTo>
                  <a:lnTo>
                    <a:pt x="7050" y="100"/>
                  </a:lnTo>
                  <a:lnTo>
                    <a:pt x="5619" y="2580"/>
                  </a:lnTo>
                  <a:lnTo>
                    <a:pt x="2880" y="2580"/>
                  </a:lnTo>
                  <a:lnTo>
                    <a:pt x="2390" y="1740"/>
                  </a:lnTo>
                  <a:cubicBezTo>
                    <a:pt x="2230" y="1870"/>
                    <a:pt x="2080" y="2020"/>
                    <a:pt x="1930" y="2170"/>
                  </a:cubicBezTo>
                  <a:lnTo>
                    <a:pt x="2360" y="2909"/>
                  </a:lnTo>
                  <a:lnTo>
                    <a:pt x="990" y="5289"/>
                  </a:lnTo>
                  <a:lnTo>
                    <a:pt x="130" y="5289"/>
                  </a:lnTo>
                  <a:cubicBezTo>
                    <a:pt x="80" y="5460"/>
                    <a:pt x="40" y="5640"/>
                    <a:pt x="0" y="5820"/>
                  </a:cubicBezTo>
                  <a:lnTo>
                    <a:pt x="990" y="5820"/>
                  </a:lnTo>
                  <a:lnTo>
                    <a:pt x="2370" y="8219"/>
                  </a:lnTo>
                  <a:lnTo>
                    <a:pt x="910" y="10759"/>
                  </a:lnTo>
                  <a:lnTo>
                    <a:pt x="790" y="10759"/>
                  </a:lnTo>
                  <a:cubicBezTo>
                    <a:pt x="1170" y="11439"/>
                    <a:pt x="1660" y="12049"/>
                    <a:pt x="2230" y="12568"/>
                  </a:cubicBezTo>
                  <a:lnTo>
                    <a:pt x="1380" y="11109"/>
                  </a:lnTo>
                  <a:lnTo>
                    <a:pt x="2850" y="8569"/>
                  </a:lnTo>
                  <a:lnTo>
                    <a:pt x="5630" y="8569"/>
                  </a:lnTo>
                  <a:lnTo>
                    <a:pt x="7059" y="11039"/>
                  </a:lnTo>
                  <a:lnTo>
                    <a:pt x="5630" y="13508"/>
                  </a:lnTo>
                  <a:lnTo>
                    <a:pt x="3530" y="13508"/>
                  </a:lnTo>
                  <a:cubicBezTo>
                    <a:pt x="4400" y="14008"/>
                    <a:pt x="5400" y="14328"/>
                    <a:pt x="6450" y="14428"/>
                  </a:cubicBezTo>
                  <a:lnTo>
                    <a:pt x="6079" y="13779"/>
                  </a:lnTo>
                  <a:lnTo>
                    <a:pt x="7510" y="11299"/>
                  </a:lnTo>
                  <a:lnTo>
                    <a:pt x="10359" y="11299"/>
                  </a:lnTo>
                  <a:lnTo>
                    <a:pt x="11369" y="13048"/>
                  </a:lnTo>
                  <a:cubicBezTo>
                    <a:pt x="12949" y="11889"/>
                    <a:pt x="14039" y="10099"/>
                    <a:pt x="14269" y="8049"/>
                  </a:cubicBezTo>
                  <a:lnTo>
                    <a:pt x="12249" y="8049"/>
                  </a:lnTo>
                  <a:lnTo>
                    <a:pt x="10819" y="5560"/>
                  </a:lnTo>
                  <a:lnTo>
                    <a:pt x="12239" y="3100"/>
                  </a:lnTo>
                  <a:lnTo>
                    <a:pt x="13019" y="3100"/>
                  </a:lnTo>
                  <a:cubicBezTo>
                    <a:pt x="12419" y="2240"/>
                    <a:pt x="11639" y="1520"/>
                    <a:pt x="10729" y="980"/>
                  </a:cubicBezTo>
                  <a:lnTo>
                    <a:pt x="10729" y="980"/>
                  </a:lnTo>
                  <a:lnTo>
                    <a:pt x="11789" y="2820"/>
                  </a:lnTo>
                  <a:lnTo>
                    <a:pt x="10359" y="5289"/>
                  </a:lnTo>
                  <a:lnTo>
                    <a:pt x="7510" y="5289"/>
                  </a:lnTo>
                  <a:lnTo>
                    <a:pt x="6090" y="2829"/>
                  </a:lnTo>
                  <a:lnTo>
                    <a:pt x="7519" y="350"/>
                  </a:lnTo>
                  <a:lnTo>
                    <a:pt x="9309" y="350"/>
                  </a:lnTo>
                  <a:cubicBezTo>
                    <a:pt x="8610" y="120"/>
                    <a:pt x="7859" y="0"/>
                    <a:pt x="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4"/>
            <p:cNvSpPr/>
            <p:nvPr/>
          </p:nvSpPr>
          <p:spPr>
            <a:xfrm>
              <a:off x="5409025" y="1852450"/>
              <a:ext cx="287975" cy="197000"/>
            </a:xfrm>
            <a:custGeom>
              <a:avLst/>
              <a:gdLst/>
              <a:ahLst/>
              <a:cxnLst/>
              <a:rect l="l" t="t" r="r" b="b"/>
              <a:pathLst>
                <a:path w="11519" h="7880" extrusionOk="0">
                  <a:moveTo>
                    <a:pt x="11519" y="7870"/>
                  </a:moveTo>
                  <a:cubicBezTo>
                    <a:pt x="11519" y="7879"/>
                    <a:pt x="11509" y="7879"/>
                    <a:pt x="11509" y="7879"/>
                  </a:cubicBezTo>
                  <a:cubicBezTo>
                    <a:pt x="11509" y="7879"/>
                    <a:pt x="11519" y="7879"/>
                    <a:pt x="11519" y="7870"/>
                  </a:cubicBezTo>
                  <a:close/>
                  <a:moveTo>
                    <a:pt x="11519" y="7870"/>
                  </a:moveTo>
                  <a:lnTo>
                    <a:pt x="11519" y="7870"/>
                  </a:lnTo>
                  <a:lnTo>
                    <a:pt x="11519" y="7870"/>
                  </a:lnTo>
                  <a:close/>
                  <a:moveTo>
                    <a:pt x="280" y="80"/>
                  </a:moveTo>
                  <a:cubicBezTo>
                    <a:pt x="270" y="100"/>
                    <a:pt x="270" y="111"/>
                    <a:pt x="270" y="120"/>
                  </a:cubicBezTo>
                  <a:cubicBezTo>
                    <a:pt x="220" y="291"/>
                    <a:pt x="180" y="471"/>
                    <a:pt x="140" y="651"/>
                  </a:cubicBezTo>
                  <a:cubicBezTo>
                    <a:pt x="51" y="1100"/>
                    <a:pt x="0" y="1570"/>
                    <a:pt x="0" y="2060"/>
                  </a:cubicBezTo>
                  <a:lnTo>
                    <a:pt x="0" y="2060"/>
                  </a:lnTo>
                  <a:cubicBezTo>
                    <a:pt x="0" y="1570"/>
                    <a:pt x="51" y="1100"/>
                    <a:pt x="140" y="651"/>
                  </a:cubicBezTo>
                  <a:lnTo>
                    <a:pt x="140" y="651"/>
                  </a:lnTo>
                  <a:cubicBezTo>
                    <a:pt x="180" y="471"/>
                    <a:pt x="220" y="291"/>
                    <a:pt x="270" y="120"/>
                  </a:cubicBezTo>
                  <a:lnTo>
                    <a:pt x="270" y="120"/>
                  </a:lnTo>
                  <a:cubicBezTo>
                    <a:pt x="270" y="111"/>
                    <a:pt x="270" y="100"/>
                    <a:pt x="280" y="80"/>
                  </a:cubicBezTo>
                  <a:close/>
                  <a:moveTo>
                    <a:pt x="290" y="51"/>
                  </a:moveTo>
                  <a:cubicBezTo>
                    <a:pt x="280" y="60"/>
                    <a:pt x="280" y="71"/>
                    <a:pt x="280" y="80"/>
                  </a:cubicBezTo>
                  <a:cubicBezTo>
                    <a:pt x="280" y="71"/>
                    <a:pt x="280" y="60"/>
                    <a:pt x="290" y="51"/>
                  </a:cubicBezTo>
                  <a:close/>
                  <a:moveTo>
                    <a:pt x="290" y="40"/>
                  </a:moveTo>
                  <a:lnTo>
                    <a:pt x="290" y="51"/>
                  </a:lnTo>
                  <a:lnTo>
                    <a:pt x="290" y="40"/>
                  </a:lnTo>
                  <a:close/>
                  <a:moveTo>
                    <a:pt x="290" y="31"/>
                  </a:moveTo>
                  <a:lnTo>
                    <a:pt x="290" y="31"/>
                  </a:lnTo>
                  <a:lnTo>
                    <a:pt x="290" y="31"/>
                  </a:lnTo>
                  <a:close/>
                  <a:moveTo>
                    <a:pt x="300" y="11"/>
                  </a:moveTo>
                  <a:lnTo>
                    <a:pt x="300" y="20"/>
                  </a:lnTo>
                  <a:lnTo>
                    <a:pt x="300" y="11"/>
                  </a:lnTo>
                  <a:close/>
                  <a:moveTo>
                    <a:pt x="300" y="0"/>
                  </a:moveTo>
                  <a:lnTo>
                    <a:pt x="300" y="0"/>
                  </a:ln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4"/>
            <p:cNvSpPr/>
            <p:nvPr/>
          </p:nvSpPr>
          <p:spPr>
            <a:xfrm>
              <a:off x="5409025" y="1777950"/>
              <a:ext cx="287750" cy="306500"/>
            </a:xfrm>
            <a:custGeom>
              <a:avLst/>
              <a:gdLst/>
              <a:ahLst/>
              <a:cxnLst/>
              <a:rect l="l" t="t" r="r" b="b"/>
              <a:pathLst>
                <a:path w="11510" h="12260" extrusionOk="0">
                  <a:moveTo>
                    <a:pt x="2060" y="1"/>
                  </a:moveTo>
                  <a:lnTo>
                    <a:pt x="2060" y="1"/>
                  </a:lnTo>
                  <a:cubicBezTo>
                    <a:pt x="1250" y="820"/>
                    <a:pt x="640" y="1840"/>
                    <a:pt x="300" y="2980"/>
                  </a:cubicBezTo>
                  <a:lnTo>
                    <a:pt x="300" y="2991"/>
                  </a:lnTo>
                  <a:lnTo>
                    <a:pt x="300" y="3000"/>
                  </a:lnTo>
                  <a:lnTo>
                    <a:pt x="290" y="3011"/>
                  </a:lnTo>
                  <a:lnTo>
                    <a:pt x="290" y="3020"/>
                  </a:lnTo>
                  <a:lnTo>
                    <a:pt x="290" y="3031"/>
                  </a:lnTo>
                  <a:cubicBezTo>
                    <a:pt x="280" y="3040"/>
                    <a:pt x="280" y="3051"/>
                    <a:pt x="280" y="3060"/>
                  </a:cubicBezTo>
                  <a:cubicBezTo>
                    <a:pt x="270" y="3080"/>
                    <a:pt x="270" y="3091"/>
                    <a:pt x="270" y="3100"/>
                  </a:cubicBezTo>
                  <a:lnTo>
                    <a:pt x="1130" y="3100"/>
                  </a:lnTo>
                  <a:lnTo>
                    <a:pt x="1820" y="1900"/>
                  </a:lnTo>
                  <a:cubicBezTo>
                    <a:pt x="1830" y="1371"/>
                    <a:pt x="1880" y="840"/>
                    <a:pt x="1980" y="331"/>
                  </a:cubicBezTo>
                  <a:cubicBezTo>
                    <a:pt x="2000" y="221"/>
                    <a:pt x="2030" y="111"/>
                    <a:pt x="2060" y="1"/>
                  </a:cubicBezTo>
                  <a:close/>
                  <a:moveTo>
                    <a:pt x="140" y="3631"/>
                  </a:moveTo>
                  <a:cubicBezTo>
                    <a:pt x="51" y="4080"/>
                    <a:pt x="0" y="4550"/>
                    <a:pt x="0" y="5040"/>
                  </a:cubicBezTo>
                  <a:cubicBezTo>
                    <a:pt x="0" y="6320"/>
                    <a:pt x="340" y="7530"/>
                    <a:pt x="930" y="8570"/>
                  </a:cubicBezTo>
                  <a:lnTo>
                    <a:pt x="1050" y="8570"/>
                  </a:lnTo>
                  <a:lnTo>
                    <a:pt x="2510" y="6030"/>
                  </a:lnTo>
                  <a:lnTo>
                    <a:pt x="1130" y="3631"/>
                  </a:lnTo>
                  <a:close/>
                  <a:moveTo>
                    <a:pt x="2990" y="6380"/>
                  </a:moveTo>
                  <a:lnTo>
                    <a:pt x="1520" y="8920"/>
                  </a:lnTo>
                  <a:lnTo>
                    <a:pt x="2370" y="10379"/>
                  </a:lnTo>
                  <a:lnTo>
                    <a:pt x="2370" y="10390"/>
                  </a:lnTo>
                  <a:cubicBezTo>
                    <a:pt x="2770" y="10750"/>
                    <a:pt x="3200" y="11059"/>
                    <a:pt x="3670" y="11319"/>
                  </a:cubicBezTo>
                  <a:lnTo>
                    <a:pt x="5770" y="11319"/>
                  </a:lnTo>
                  <a:lnTo>
                    <a:pt x="6730" y="9670"/>
                  </a:lnTo>
                  <a:cubicBezTo>
                    <a:pt x="6510" y="9570"/>
                    <a:pt x="6310" y="9460"/>
                    <a:pt x="6110" y="9350"/>
                  </a:cubicBezTo>
                  <a:cubicBezTo>
                    <a:pt x="5560" y="9040"/>
                    <a:pt x="5050" y="8670"/>
                    <a:pt x="4590" y="8250"/>
                  </a:cubicBezTo>
                  <a:cubicBezTo>
                    <a:pt x="3990" y="7700"/>
                    <a:pt x="3470" y="7070"/>
                    <a:pt x="3050" y="6380"/>
                  </a:cubicBezTo>
                  <a:close/>
                  <a:moveTo>
                    <a:pt x="7210" y="9870"/>
                  </a:moveTo>
                  <a:lnTo>
                    <a:pt x="6219" y="11590"/>
                  </a:lnTo>
                  <a:lnTo>
                    <a:pt x="6590" y="12239"/>
                  </a:lnTo>
                  <a:cubicBezTo>
                    <a:pt x="6799" y="12250"/>
                    <a:pt x="7019" y="12259"/>
                    <a:pt x="7230" y="12259"/>
                  </a:cubicBezTo>
                  <a:cubicBezTo>
                    <a:pt x="8830" y="12259"/>
                    <a:pt x="10309" y="11739"/>
                    <a:pt x="11509" y="10859"/>
                  </a:cubicBezTo>
                  <a:lnTo>
                    <a:pt x="11239" y="10390"/>
                  </a:lnTo>
                  <a:cubicBezTo>
                    <a:pt x="10929" y="10430"/>
                    <a:pt x="10609" y="10450"/>
                    <a:pt x="10279" y="10450"/>
                  </a:cubicBezTo>
                  <a:cubicBezTo>
                    <a:pt x="10029" y="10450"/>
                    <a:pt x="9779" y="10439"/>
                    <a:pt x="9539" y="10419"/>
                  </a:cubicBezTo>
                  <a:cubicBezTo>
                    <a:pt x="8719" y="10350"/>
                    <a:pt x="7939" y="10159"/>
                    <a:pt x="7210" y="987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4"/>
            <p:cNvSpPr/>
            <p:nvPr/>
          </p:nvSpPr>
          <p:spPr>
            <a:xfrm>
              <a:off x="5412525" y="1825450"/>
              <a:ext cx="303250" cy="258500"/>
            </a:xfrm>
            <a:custGeom>
              <a:avLst/>
              <a:gdLst/>
              <a:ahLst/>
              <a:cxnLst/>
              <a:rect l="l" t="t" r="r" b="b"/>
              <a:pathLst>
                <a:path w="12130" h="10340" extrusionOk="0">
                  <a:moveTo>
                    <a:pt x="1680" y="0"/>
                  </a:moveTo>
                  <a:lnTo>
                    <a:pt x="990" y="1200"/>
                  </a:lnTo>
                  <a:lnTo>
                    <a:pt x="130" y="1200"/>
                  </a:lnTo>
                  <a:cubicBezTo>
                    <a:pt x="80" y="1371"/>
                    <a:pt x="40" y="1551"/>
                    <a:pt x="0" y="1731"/>
                  </a:cubicBezTo>
                  <a:lnTo>
                    <a:pt x="990" y="1731"/>
                  </a:lnTo>
                  <a:lnTo>
                    <a:pt x="2370" y="4130"/>
                  </a:lnTo>
                  <a:lnTo>
                    <a:pt x="910" y="6670"/>
                  </a:lnTo>
                  <a:lnTo>
                    <a:pt x="790" y="6670"/>
                  </a:lnTo>
                  <a:cubicBezTo>
                    <a:pt x="1170" y="7350"/>
                    <a:pt x="1660" y="7960"/>
                    <a:pt x="2230" y="8479"/>
                  </a:cubicBezTo>
                  <a:lnTo>
                    <a:pt x="1380" y="7020"/>
                  </a:lnTo>
                  <a:lnTo>
                    <a:pt x="2850" y="4480"/>
                  </a:lnTo>
                  <a:lnTo>
                    <a:pt x="2910" y="4480"/>
                  </a:lnTo>
                  <a:cubicBezTo>
                    <a:pt x="2860" y="4390"/>
                    <a:pt x="2810" y="4310"/>
                    <a:pt x="2760" y="4220"/>
                  </a:cubicBezTo>
                  <a:cubicBezTo>
                    <a:pt x="2070" y="3000"/>
                    <a:pt x="1680" y="1591"/>
                    <a:pt x="1680" y="91"/>
                  </a:cubicBezTo>
                  <a:lnTo>
                    <a:pt x="1680" y="0"/>
                  </a:lnTo>
                  <a:close/>
                  <a:moveTo>
                    <a:pt x="12129" y="8310"/>
                  </a:moveTo>
                  <a:cubicBezTo>
                    <a:pt x="11789" y="8390"/>
                    <a:pt x="11449" y="8459"/>
                    <a:pt x="11099" y="8490"/>
                  </a:cubicBezTo>
                  <a:lnTo>
                    <a:pt x="11369" y="8959"/>
                  </a:lnTo>
                  <a:cubicBezTo>
                    <a:pt x="11369" y="8959"/>
                    <a:pt x="11379" y="8959"/>
                    <a:pt x="11379" y="8950"/>
                  </a:cubicBezTo>
                  <a:cubicBezTo>
                    <a:pt x="11649" y="8759"/>
                    <a:pt x="11899" y="8539"/>
                    <a:pt x="12129" y="8310"/>
                  </a:cubicBezTo>
                  <a:close/>
                  <a:moveTo>
                    <a:pt x="6590" y="7770"/>
                  </a:moveTo>
                  <a:lnTo>
                    <a:pt x="5630" y="9419"/>
                  </a:lnTo>
                  <a:lnTo>
                    <a:pt x="3530" y="9419"/>
                  </a:lnTo>
                  <a:cubicBezTo>
                    <a:pt x="4400" y="9919"/>
                    <a:pt x="5400" y="10239"/>
                    <a:pt x="6450" y="10339"/>
                  </a:cubicBezTo>
                  <a:lnTo>
                    <a:pt x="6079" y="9690"/>
                  </a:lnTo>
                  <a:lnTo>
                    <a:pt x="7070" y="7970"/>
                  </a:lnTo>
                  <a:cubicBezTo>
                    <a:pt x="6899" y="7910"/>
                    <a:pt x="6739" y="7840"/>
                    <a:pt x="6590" y="77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hysical Education Exercises by Slidesgo">
  <a:themeElements>
    <a:clrScheme name="Simple Light">
      <a:dk1>
        <a:srgbClr val="42279D"/>
      </a:dk1>
      <a:lt1>
        <a:srgbClr val="7146FF"/>
      </a:lt1>
      <a:dk2>
        <a:srgbClr val="FF5608"/>
      </a:dk2>
      <a:lt2>
        <a:srgbClr val="FFDA00"/>
      </a:lt2>
      <a:accent1>
        <a:srgbClr val="FFFFFF"/>
      </a:accent1>
      <a:accent2>
        <a:srgbClr val="030031"/>
      </a:accent2>
      <a:accent3>
        <a:srgbClr val="291F4D"/>
      </a:accent3>
      <a:accent4>
        <a:srgbClr val="D7CAFF"/>
      </a:accent4>
      <a:accent5>
        <a:srgbClr val="CA4406"/>
      </a:accent5>
      <a:accent6>
        <a:srgbClr val="E2C30B"/>
      </a:accent6>
      <a:hlink>
        <a:srgbClr val="42279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On-screen Show (16:9)</PresentationFormat>
  <Paragraphs>26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Roboto Condensed Light</vt:lpstr>
      <vt:lpstr>Source Sans Pro</vt:lpstr>
      <vt:lpstr>Roboto Condensed</vt:lpstr>
      <vt:lpstr>Bubblegum Sans</vt:lpstr>
      <vt:lpstr>Livvic</vt:lpstr>
      <vt:lpstr>Lilita One</vt:lpstr>
      <vt:lpstr>Physical Education Exercises by Slidesgo</vt:lpstr>
      <vt:lpstr>BinaryBeasts      </vt:lpstr>
      <vt:lpstr>Our Team</vt:lpstr>
      <vt:lpstr>Idea of the app</vt:lpstr>
      <vt:lpstr>Table of Contents</vt:lpstr>
      <vt:lpstr>Technologies</vt:lpstr>
      <vt:lpstr>Now let’s go to the application!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Димитър П. Нягалов</cp:lastModifiedBy>
  <cp:revision>1</cp:revision>
  <dcterms:modified xsi:type="dcterms:W3CDTF">2026-05-13T20:33:20Z</dcterms:modified>
</cp:coreProperties>
</file>